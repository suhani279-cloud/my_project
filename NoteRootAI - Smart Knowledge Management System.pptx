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6256000" cy="9144000"/>
  <p:notesSz cx="9144000" cy="16256000"/>
  <p:embeddedFontLst>
    <p:embeddedFont>
      <p:font typeface="Liter" charset="-122" pitchFamily="34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2286000"/>
            <a:ext cx="76200" cy="27940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1397000" y="2286000"/>
            <a:ext cx="635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NoteRootAI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97000" y="34925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Knowledge Management System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97000" y="4191000"/>
            <a:ext cx="660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i="1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"An intelligent platform to organize, connect, and interact with knowledge."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97000" y="5461000"/>
            <a:ext cx="5334000" cy="6350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7" name="Text 5"/>
          <p:cNvSpPr/>
          <p:nvPr/>
        </p:nvSpPr>
        <p:spPr>
          <a:xfrm>
            <a:off x="1397000" y="5461000"/>
            <a:ext cx="533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Organize. Connect. Interact.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0" y="0"/>
            <a:ext cx="7112000" cy="9144000"/>
          </a:xfrm>
          <a:prstGeom prst="rect">
            <a:avLst/>
          </a:prstGeom>
          <a:solidFill>
            <a:srgbClr val="0F1D35"/>
          </a:solidFill>
          <a:ln/>
        </p:spPr>
      </p:sp>
      <p:sp>
        <p:nvSpPr>
          <p:cNvPr id="9" name="Shape 7"/>
          <p:cNvSpPr/>
          <p:nvPr/>
        </p:nvSpPr>
        <p:spPr>
          <a:xfrm>
            <a:off x="11684000" y="2540000"/>
            <a:ext cx="1524000" cy="1524000"/>
          </a:xfrm>
          <a:custGeom>
            <a:avLst/>
            <a:gdLst/>
            <a:ahLst/>
            <a:cxnLst/>
            <a:rect l="l" t="t" r="r" b="b"/>
            <a:pathLst>
              <a:path w="1524000" h="1524000">
                <a:moveTo>
                  <a:pt x="357188" y="166688"/>
                </a:moveTo>
                <a:cubicBezTo>
                  <a:pt x="357188" y="74712"/>
                  <a:pt x="431899" y="0"/>
                  <a:pt x="523875" y="0"/>
                </a:cubicBezTo>
                <a:lnTo>
                  <a:pt x="595313" y="0"/>
                </a:lnTo>
                <a:cubicBezTo>
                  <a:pt x="647998" y="0"/>
                  <a:pt x="690563" y="42565"/>
                  <a:pt x="690563" y="95250"/>
                </a:cubicBezTo>
                <a:lnTo>
                  <a:pt x="690563" y="1428750"/>
                </a:lnTo>
                <a:cubicBezTo>
                  <a:pt x="690563" y="1481435"/>
                  <a:pt x="647998" y="1524000"/>
                  <a:pt x="595313" y="1524000"/>
                </a:cubicBezTo>
                <a:lnTo>
                  <a:pt x="500063" y="1524000"/>
                </a:lnTo>
                <a:cubicBezTo>
                  <a:pt x="411361" y="1524000"/>
                  <a:pt x="336649" y="1463278"/>
                  <a:pt x="315516" y="1381125"/>
                </a:cubicBezTo>
                <a:cubicBezTo>
                  <a:pt x="313432" y="1381125"/>
                  <a:pt x="311646" y="1381125"/>
                  <a:pt x="309563" y="1381125"/>
                </a:cubicBezTo>
                <a:cubicBezTo>
                  <a:pt x="177998" y="1381125"/>
                  <a:pt x="71438" y="1274564"/>
                  <a:pt x="71438" y="1143000"/>
                </a:cubicBezTo>
                <a:cubicBezTo>
                  <a:pt x="71438" y="1089422"/>
                  <a:pt x="89297" y="1040011"/>
                  <a:pt x="119063" y="1000125"/>
                </a:cubicBezTo>
                <a:cubicBezTo>
                  <a:pt x="61317" y="956667"/>
                  <a:pt x="23812" y="887611"/>
                  <a:pt x="23812" y="809625"/>
                </a:cubicBezTo>
                <a:cubicBezTo>
                  <a:pt x="23812" y="717649"/>
                  <a:pt x="76200" y="637580"/>
                  <a:pt x="152400" y="597991"/>
                </a:cubicBezTo>
                <a:cubicBezTo>
                  <a:pt x="131266" y="562273"/>
                  <a:pt x="119063" y="520601"/>
                  <a:pt x="119063" y="476250"/>
                </a:cubicBezTo>
                <a:cubicBezTo>
                  <a:pt x="119063" y="344686"/>
                  <a:pt x="225623" y="238125"/>
                  <a:pt x="357188" y="238125"/>
                </a:cubicBezTo>
                <a:lnTo>
                  <a:pt x="357188" y="166688"/>
                </a:lnTo>
                <a:close/>
                <a:moveTo>
                  <a:pt x="1166813" y="166688"/>
                </a:moveTo>
                <a:lnTo>
                  <a:pt x="1166813" y="238125"/>
                </a:lnTo>
                <a:cubicBezTo>
                  <a:pt x="1298377" y="238125"/>
                  <a:pt x="1404938" y="344686"/>
                  <a:pt x="1404938" y="476250"/>
                </a:cubicBezTo>
                <a:cubicBezTo>
                  <a:pt x="1404938" y="520898"/>
                  <a:pt x="1392734" y="562570"/>
                  <a:pt x="1371600" y="597991"/>
                </a:cubicBezTo>
                <a:cubicBezTo>
                  <a:pt x="1448098" y="637580"/>
                  <a:pt x="1500188" y="717352"/>
                  <a:pt x="1500188" y="809625"/>
                </a:cubicBezTo>
                <a:cubicBezTo>
                  <a:pt x="1500188" y="887611"/>
                  <a:pt x="1462683" y="956667"/>
                  <a:pt x="1404938" y="1000125"/>
                </a:cubicBezTo>
                <a:cubicBezTo>
                  <a:pt x="1434703" y="1040011"/>
                  <a:pt x="1452563" y="1089422"/>
                  <a:pt x="1452563" y="1143000"/>
                </a:cubicBezTo>
                <a:cubicBezTo>
                  <a:pt x="1452563" y="1274564"/>
                  <a:pt x="1346002" y="1381125"/>
                  <a:pt x="1214438" y="1381125"/>
                </a:cubicBezTo>
                <a:cubicBezTo>
                  <a:pt x="1212354" y="1381125"/>
                  <a:pt x="1210568" y="1381125"/>
                  <a:pt x="1208484" y="1381125"/>
                </a:cubicBezTo>
                <a:cubicBezTo>
                  <a:pt x="1187351" y="1463278"/>
                  <a:pt x="1112639" y="1524000"/>
                  <a:pt x="1023938" y="1524000"/>
                </a:cubicBezTo>
                <a:lnTo>
                  <a:pt x="928688" y="1524000"/>
                </a:lnTo>
                <a:cubicBezTo>
                  <a:pt x="876002" y="1524000"/>
                  <a:pt x="833438" y="1481435"/>
                  <a:pt x="833438" y="1428750"/>
                </a:cubicBezTo>
                <a:lnTo>
                  <a:pt x="833438" y="95250"/>
                </a:lnTo>
                <a:cubicBezTo>
                  <a:pt x="833438" y="42565"/>
                  <a:pt x="876002" y="0"/>
                  <a:pt x="928688" y="0"/>
                </a:cubicBezTo>
                <a:lnTo>
                  <a:pt x="1000125" y="0"/>
                </a:lnTo>
                <a:cubicBezTo>
                  <a:pt x="1092101" y="0"/>
                  <a:pt x="1166813" y="74712"/>
                  <a:pt x="1166813" y="166688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0" name="Shape 8"/>
          <p:cNvSpPr/>
          <p:nvPr/>
        </p:nvSpPr>
        <p:spPr>
          <a:xfrm>
            <a:off x="12103100" y="45720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295275" y="104775"/>
                </a:moveTo>
                <a:lnTo>
                  <a:pt x="390525" y="104775"/>
                </a:lnTo>
                <a:lnTo>
                  <a:pt x="390525" y="161925"/>
                </a:lnTo>
                <a:lnTo>
                  <a:pt x="295275" y="161925"/>
                </a:lnTo>
                <a:lnTo>
                  <a:pt x="295275" y="104775"/>
                </a:lnTo>
                <a:close/>
                <a:moveTo>
                  <a:pt x="285750" y="38100"/>
                </a:moveTo>
                <a:cubicBezTo>
                  <a:pt x="254198" y="38100"/>
                  <a:pt x="228600" y="63698"/>
                  <a:pt x="228600" y="95250"/>
                </a:cubicBezTo>
                <a:lnTo>
                  <a:pt x="228600" y="171450"/>
                </a:lnTo>
                <a:cubicBezTo>
                  <a:pt x="228600" y="203002"/>
                  <a:pt x="254198" y="228600"/>
                  <a:pt x="285750" y="228600"/>
                </a:cubicBezTo>
                <a:lnTo>
                  <a:pt x="304800" y="228600"/>
                </a:lnTo>
                <a:lnTo>
                  <a:pt x="304800" y="266700"/>
                </a:lnTo>
                <a:lnTo>
                  <a:pt x="38100" y="266700"/>
                </a:lnTo>
                <a:cubicBezTo>
                  <a:pt x="17026" y="266700"/>
                  <a:pt x="0" y="283726"/>
                  <a:pt x="0" y="304800"/>
                </a:cubicBezTo>
                <a:cubicBezTo>
                  <a:pt x="0" y="325874"/>
                  <a:pt x="17026" y="342900"/>
                  <a:pt x="38100" y="342900"/>
                </a:cubicBezTo>
                <a:lnTo>
                  <a:pt x="152400" y="342900"/>
                </a:lnTo>
                <a:lnTo>
                  <a:pt x="152400" y="381000"/>
                </a:lnTo>
                <a:lnTo>
                  <a:pt x="133350" y="381000"/>
                </a:lnTo>
                <a:cubicBezTo>
                  <a:pt x="101798" y="381000"/>
                  <a:pt x="76200" y="406598"/>
                  <a:pt x="76200" y="438150"/>
                </a:cubicBezTo>
                <a:lnTo>
                  <a:pt x="76200" y="514350"/>
                </a:lnTo>
                <a:cubicBezTo>
                  <a:pt x="76200" y="545902"/>
                  <a:pt x="101798" y="571500"/>
                  <a:pt x="133350" y="571500"/>
                </a:cubicBezTo>
                <a:lnTo>
                  <a:pt x="247650" y="571500"/>
                </a:lnTo>
                <a:cubicBezTo>
                  <a:pt x="279202" y="571500"/>
                  <a:pt x="304800" y="545902"/>
                  <a:pt x="304800" y="514350"/>
                </a:cubicBezTo>
                <a:lnTo>
                  <a:pt x="304800" y="438150"/>
                </a:lnTo>
                <a:cubicBezTo>
                  <a:pt x="304800" y="406598"/>
                  <a:pt x="279202" y="381000"/>
                  <a:pt x="247650" y="381000"/>
                </a:cubicBezTo>
                <a:lnTo>
                  <a:pt x="228600" y="381000"/>
                </a:lnTo>
                <a:lnTo>
                  <a:pt x="228600" y="342900"/>
                </a:lnTo>
                <a:lnTo>
                  <a:pt x="457200" y="342900"/>
                </a:lnTo>
                <a:lnTo>
                  <a:pt x="457200" y="381000"/>
                </a:lnTo>
                <a:lnTo>
                  <a:pt x="438150" y="381000"/>
                </a:lnTo>
                <a:cubicBezTo>
                  <a:pt x="406598" y="381000"/>
                  <a:pt x="381000" y="406598"/>
                  <a:pt x="381000" y="438150"/>
                </a:cubicBezTo>
                <a:lnTo>
                  <a:pt x="381000" y="514350"/>
                </a:lnTo>
                <a:cubicBezTo>
                  <a:pt x="381000" y="545902"/>
                  <a:pt x="406598" y="571500"/>
                  <a:pt x="438150" y="571500"/>
                </a:cubicBezTo>
                <a:lnTo>
                  <a:pt x="552450" y="571500"/>
                </a:lnTo>
                <a:cubicBezTo>
                  <a:pt x="584002" y="571500"/>
                  <a:pt x="609600" y="545902"/>
                  <a:pt x="609600" y="514350"/>
                </a:cubicBezTo>
                <a:lnTo>
                  <a:pt x="609600" y="438150"/>
                </a:lnTo>
                <a:cubicBezTo>
                  <a:pt x="609600" y="406598"/>
                  <a:pt x="584002" y="381000"/>
                  <a:pt x="552450" y="381000"/>
                </a:cubicBezTo>
                <a:lnTo>
                  <a:pt x="533400" y="381000"/>
                </a:lnTo>
                <a:lnTo>
                  <a:pt x="533400" y="342900"/>
                </a:lnTo>
                <a:lnTo>
                  <a:pt x="647700" y="342900"/>
                </a:lnTo>
                <a:cubicBezTo>
                  <a:pt x="668774" y="342900"/>
                  <a:pt x="685800" y="325874"/>
                  <a:pt x="685800" y="304800"/>
                </a:cubicBezTo>
                <a:cubicBezTo>
                  <a:pt x="685800" y="283726"/>
                  <a:pt x="668774" y="266700"/>
                  <a:pt x="647700" y="266700"/>
                </a:cubicBezTo>
                <a:lnTo>
                  <a:pt x="381000" y="266700"/>
                </a:lnTo>
                <a:lnTo>
                  <a:pt x="381000" y="228600"/>
                </a:lnTo>
                <a:lnTo>
                  <a:pt x="400050" y="228600"/>
                </a:lnTo>
                <a:cubicBezTo>
                  <a:pt x="431602" y="228600"/>
                  <a:pt x="457200" y="203002"/>
                  <a:pt x="457200" y="171450"/>
                </a:cubicBezTo>
                <a:lnTo>
                  <a:pt x="457200" y="95250"/>
                </a:lnTo>
                <a:cubicBezTo>
                  <a:pt x="457200" y="63698"/>
                  <a:pt x="431602" y="38100"/>
                  <a:pt x="400050" y="38100"/>
                </a:cubicBezTo>
                <a:lnTo>
                  <a:pt x="285750" y="38100"/>
                </a:lnTo>
                <a:close/>
                <a:moveTo>
                  <a:pt x="533400" y="447675"/>
                </a:moveTo>
                <a:lnTo>
                  <a:pt x="542925" y="447675"/>
                </a:lnTo>
                <a:lnTo>
                  <a:pt x="542925" y="504825"/>
                </a:lnTo>
                <a:lnTo>
                  <a:pt x="447675" y="504825"/>
                </a:lnTo>
                <a:lnTo>
                  <a:pt x="447675" y="447675"/>
                </a:lnTo>
                <a:lnTo>
                  <a:pt x="533400" y="447675"/>
                </a:lnTo>
                <a:close/>
                <a:moveTo>
                  <a:pt x="228600" y="447675"/>
                </a:moveTo>
                <a:lnTo>
                  <a:pt x="238125" y="447675"/>
                </a:lnTo>
                <a:lnTo>
                  <a:pt x="238125" y="504825"/>
                </a:lnTo>
                <a:lnTo>
                  <a:pt x="142875" y="504825"/>
                </a:lnTo>
                <a:lnTo>
                  <a:pt x="142875" y="447675"/>
                </a:lnTo>
                <a:lnTo>
                  <a:pt x="228600" y="447675"/>
                </a:lnTo>
                <a:close/>
              </a:path>
            </a:pathLst>
          </a:custGeom>
          <a:solidFill>
            <a:srgbClr val="FFFFFF">
              <a:alpha val="25098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144000" y="8382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3764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9000"/>
            <a:ext cx="16256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0"/>
            <a:ext cx="1498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NOTEROOTAI?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35000" y="1206500"/>
            <a:ext cx="1498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Smart Knowledge Management System (KMS) designed for: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35000" y="1841500"/>
            <a:ext cx="3429000" cy="635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7" name="Shape 5"/>
          <p:cNvSpPr/>
          <p:nvPr/>
        </p:nvSpPr>
        <p:spPr>
          <a:xfrm>
            <a:off x="635000" y="1841500"/>
            <a:ext cx="63500" cy="6350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8" name="Shape 6"/>
          <p:cNvSpPr/>
          <p:nvPr/>
        </p:nvSpPr>
        <p:spPr>
          <a:xfrm>
            <a:off x="866775" y="19812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3337" y="135989"/>
                </a:moveTo>
                <a:lnTo>
                  <a:pt x="178633" y="195788"/>
                </a:lnTo>
                <a:cubicBezTo>
                  <a:pt x="185440" y="198566"/>
                  <a:pt x="192663" y="200025"/>
                  <a:pt x="200025" y="200025"/>
                </a:cubicBezTo>
                <a:cubicBezTo>
                  <a:pt x="207387" y="200025"/>
                  <a:pt x="214610" y="198566"/>
                  <a:pt x="221417" y="195788"/>
                </a:cubicBezTo>
                <a:lnTo>
                  <a:pt x="389771" y="126474"/>
                </a:lnTo>
                <a:cubicBezTo>
                  <a:pt x="396022" y="123904"/>
                  <a:pt x="400050" y="117862"/>
                  <a:pt x="400050" y="111125"/>
                </a:cubicBezTo>
                <a:cubicBezTo>
                  <a:pt x="400050" y="104388"/>
                  <a:pt x="396022" y="98346"/>
                  <a:pt x="389771" y="95776"/>
                </a:cubicBezTo>
                <a:lnTo>
                  <a:pt x="221417" y="26462"/>
                </a:lnTo>
                <a:cubicBezTo>
                  <a:pt x="214610" y="23684"/>
                  <a:pt x="207387" y="22225"/>
                  <a:pt x="200025" y="22225"/>
                </a:cubicBezTo>
                <a:cubicBezTo>
                  <a:pt x="192663" y="22225"/>
                  <a:pt x="185440" y="23684"/>
                  <a:pt x="178633" y="26462"/>
                </a:cubicBezTo>
                <a:lnTo>
                  <a:pt x="10279" y="95776"/>
                </a:lnTo>
                <a:cubicBezTo>
                  <a:pt x="4028" y="98346"/>
                  <a:pt x="0" y="104388"/>
                  <a:pt x="0" y="111125"/>
                </a:cubicBezTo>
                <a:lnTo>
                  <a:pt x="0" y="316706"/>
                </a:lnTo>
                <a:cubicBezTo>
                  <a:pt x="0" y="325944"/>
                  <a:pt x="7431" y="333375"/>
                  <a:pt x="16669" y="333375"/>
                </a:cubicBezTo>
                <a:cubicBezTo>
                  <a:pt x="25906" y="333375"/>
                  <a:pt x="33337" y="325944"/>
                  <a:pt x="33337" y="316706"/>
                </a:cubicBezTo>
                <a:lnTo>
                  <a:pt x="33337" y="135989"/>
                </a:lnTo>
                <a:close/>
                <a:moveTo>
                  <a:pt x="66675" y="185787"/>
                </a:moveTo>
                <a:lnTo>
                  <a:pt x="66675" y="266700"/>
                </a:lnTo>
                <a:cubicBezTo>
                  <a:pt x="66675" y="303510"/>
                  <a:pt x="126405" y="333375"/>
                  <a:pt x="200025" y="333375"/>
                </a:cubicBezTo>
                <a:cubicBezTo>
                  <a:pt x="273645" y="333375"/>
                  <a:pt x="333375" y="303510"/>
                  <a:pt x="333375" y="266700"/>
                </a:cubicBezTo>
                <a:lnTo>
                  <a:pt x="333375" y="185718"/>
                </a:lnTo>
                <a:lnTo>
                  <a:pt x="234126" y="226626"/>
                </a:lnTo>
                <a:cubicBezTo>
                  <a:pt x="223292" y="231071"/>
                  <a:pt x="211763" y="233362"/>
                  <a:pt x="200025" y="233362"/>
                </a:cubicBezTo>
                <a:cubicBezTo>
                  <a:pt x="188287" y="233362"/>
                  <a:pt x="176758" y="231071"/>
                  <a:pt x="165924" y="226626"/>
                </a:cubicBezTo>
                <a:lnTo>
                  <a:pt x="66675" y="185718"/>
                </a:ln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9" name="Text 7"/>
          <p:cNvSpPr/>
          <p:nvPr/>
        </p:nvSpPr>
        <p:spPr>
          <a:xfrm>
            <a:off x="1346200" y="18415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18000" y="1841500"/>
            <a:ext cx="3429000" cy="635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1" name="Shape 9"/>
          <p:cNvSpPr/>
          <p:nvPr/>
        </p:nvSpPr>
        <p:spPr>
          <a:xfrm>
            <a:off x="4318000" y="1841500"/>
            <a:ext cx="63500" cy="635000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1981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38906" y="33337"/>
                </a:moveTo>
                <a:lnTo>
                  <a:pt x="216694" y="33337"/>
                </a:lnTo>
                <a:cubicBezTo>
                  <a:pt x="219750" y="33337"/>
                  <a:pt x="222250" y="35838"/>
                  <a:pt x="222250" y="38894"/>
                </a:cubicBezTo>
                <a:lnTo>
                  <a:pt x="222250" y="66675"/>
                </a:lnTo>
                <a:lnTo>
                  <a:pt x="133350" y="66675"/>
                </a:lnTo>
                <a:lnTo>
                  <a:pt x="133350" y="38894"/>
                </a:lnTo>
                <a:cubicBezTo>
                  <a:pt x="133350" y="35838"/>
                  <a:pt x="135850" y="33337"/>
                  <a:pt x="138906" y="33337"/>
                </a:cubicBezTo>
                <a:close/>
                <a:moveTo>
                  <a:pt x="100013" y="38894"/>
                </a:moveTo>
                <a:lnTo>
                  <a:pt x="100013" y="66675"/>
                </a:lnTo>
                <a:lnTo>
                  <a:pt x="44450" y="66675"/>
                </a:lnTo>
                <a:cubicBezTo>
                  <a:pt x="19933" y="66675"/>
                  <a:pt x="0" y="86608"/>
                  <a:pt x="0" y="111125"/>
                </a:cubicBezTo>
                <a:lnTo>
                  <a:pt x="0" y="177800"/>
                </a:lnTo>
                <a:lnTo>
                  <a:pt x="355600" y="177800"/>
                </a:lnTo>
                <a:lnTo>
                  <a:pt x="355600" y="111125"/>
                </a:lnTo>
                <a:cubicBezTo>
                  <a:pt x="355600" y="86608"/>
                  <a:pt x="335667" y="66675"/>
                  <a:pt x="311150" y="66675"/>
                </a:cubicBezTo>
                <a:lnTo>
                  <a:pt x="255587" y="66675"/>
                </a:lnTo>
                <a:lnTo>
                  <a:pt x="255587" y="38894"/>
                </a:lnTo>
                <a:cubicBezTo>
                  <a:pt x="255587" y="17433"/>
                  <a:pt x="238155" y="0"/>
                  <a:pt x="216694" y="0"/>
                </a:cubicBezTo>
                <a:lnTo>
                  <a:pt x="138906" y="0"/>
                </a:lnTo>
                <a:cubicBezTo>
                  <a:pt x="117445" y="0"/>
                  <a:pt x="100013" y="17433"/>
                  <a:pt x="100013" y="38894"/>
                </a:cubicBezTo>
                <a:close/>
                <a:moveTo>
                  <a:pt x="355600" y="211138"/>
                </a:moveTo>
                <a:lnTo>
                  <a:pt x="222250" y="211138"/>
                </a:lnTo>
                <a:lnTo>
                  <a:pt x="222250" y="222250"/>
                </a:lnTo>
                <a:cubicBezTo>
                  <a:pt x="222250" y="234543"/>
                  <a:pt x="212318" y="244475"/>
                  <a:pt x="200025" y="244475"/>
                </a:cubicBezTo>
                <a:lnTo>
                  <a:pt x="155575" y="244475"/>
                </a:lnTo>
                <a:cubicBezTo>
                  <a:pt x="143282" y="244475"/>
                  <a:pt x="133350" y="234543"/>
                  <a:pt x="133350" y="222250"/>
                </a:cubicBezTo>
                <a:lnTo>
                  <a:pt x="133350" y="211138"/>
                </a:lnTo>
                <a:lnTo>
                  <a:pt x="0" y="211138"/>
                </a:ln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311150" y="333375"/>
                </a:lnTo>
                <a:cubicBezTo>
                  <a:pt x="335667" y="333375"/>
                  <a:pt x="355600" y="313442"/>
                  <a:pt x="355600" y="288925"/>
                </a:cubicBezTo>
                <a:lnTo>
                  <a:pt x="355600" y="211138"/>
                </a:lnTo>
                <a:close/>
              </a:path>
            </a:pathLst>
          </a:custGeom>
          <a:solidFill>
            <a:srgbClr val="3D5A8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8415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Professionals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01000" y="1841500"/>
            <a:ext cx="3429000" cy="635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001000" y="1841500"/>
            <a:ext cx="63500" cy="6350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32775" y="19812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50587" y="833"/>
                </a:moveTo>
                <a:cubicBezTo>
                  <a:pt x="238780" y="-2570"/>
                  <a:pt x="226487" y="4306"/>
                  <a:pt x="223083" y="16113"/>
                </a:cubicBezTo>
                <a:lnTo>
                  <a:pt x="134183" y="327263"/>
                </a:lnTo>
                <a:cubicBezTo>
                  <a:pt x="130780" y="339070"/>
                  <a:pt x="137656" y="351363"/>
                  <a:pt x="149463" y="354767"/>
                </a:cubicBezTo>
                <a:cubicBezTo>
                  <a:pt x="161270" y="358170"/>
                  <a:pt x="173563" y="351294"/>
                  <a:pt x="176967" y="339487"/>
                </a:cubicBezTo>
                <a:lnTo>
                  <a:pt x="265867" y="28337"/>
                </a:lnTo>
                <a:cubicBezTo>
                  <a:pt x="269270" y="16530"/>
                  <a:pt x="262394" y="4237"/>
                  <a:pt x="250587" y="833"/>
                </a:cubicBezTo>
                <a:close/>
                <a:moveTo>
                  <a:pt x="295454" y="95359"/>
                </a:moveTo>
                <a:cubicBezTo>
                  <a:pt x="286772" y="104041"/>
                  <a:pt x="286772" y="118140"/>
                  <a:pt x="295454" y="126821"/>
                </a:cubicBezTo>
                <a:lnTo>
                  <a:pt x="346432" y="177800"/>
                </a:lnTo>
                <a:lnTo>
                  <a:pt x="295454" y="228779"/>
                </a:lnTo>
                <a:cubicBezTo>
                  <a:pt x="286772" y="237460"/>
                  <a:pt x="286772" y="251559"/>
                  <a:pt x="295454" y="260241"/>
                </a:cubicBezTo>
                <a:cubicBezTo>
                  <a:pt x="304135" y="268922"/>
                  <a:pt x="318234" y="268922"/>
                  <a:pt x="326916" y="260241"/>
                </a:cubicBezTo>
                <a:lnTo>
                  <a:pt x="393591" y="193566"/>
                </a:lnTo>
                <a:cubicBezTo>
                  <a:pt x="402273" y="184884"/>
                  <a:pt x="402273" y="170785"/>
                  <a:pt x="393591" y="162104"/>
                </a:cubicBezTo>
                <a:lnTo>
                  <a:pt x="326916" y="95429"/>
                </a:lnTo>
                <a:cubicBezTo>
                  <a:pt x="318234" y="86747"/>
                  <a:pt x="304135" y="86747"/>
                  <a:pt x="295454" y="95429"/>
                </a:cubicBezTo>
                <a:close/>
                <a:moveTo>
                  <a:pt x="104666" y="95359"/>
                </a:moveTo>
                <a:cubicBezTo>
                  <a:pt x="95984" y="86678"/>
                  <a:pt x="81885" y="86678"/>
                  <a:pt x="73204" y="95359"/>
                </a:cubicBezTo>
                <a:lnTo>
                  <a:pt x="6529" y="162034"/>
                </a:lnTo>
                <a:cubicBezTo>
                  <a:pt x="-2153" y="170716"/>
                  <a:pt x="-2153" y="184815"/>
                  <a:pt x="6529" y="193496"/>
                </a:cubicBezTo>
                <a:lnTo>
                  <a:pt x="73204" y="260171"/>
                </a:lnTo>
                <a:cubicBezTo>
                  <a:pt x="81885" y="268853"/>
                  <a:pt x="95984" y="268853"/>
                  <a:pt x="104666" y="260171"/>
                </a:cubicBezTo>
                <a:cubicBezTo>
                  <a:pt x="113348" y="251490"/>
                  <a:pt x="113348" y="237391"/>
                  <a:pt x="104666" y="228709"/>
                </a:cubicBezTo>
                <a:lnTo>
                  <a:pt x="53687" y="177800"/>
                </a:lnTo>
                <a:lnTo>
                  <a:pt x="104596" y="126821"/>
                </a:lnTo>
                <a:cubicBezTo>
                  <a:pt x="113278" y="118140"/>
                  <a:pt x="113278" y="104041"/>
                  <a:pt x="104596" y="95359"/>
                </a:cubicBezTo>
                <a:close/>
              </a:path>
            </a:pathLst>
          </a:custGeom>
          <a:solidFill>
            <a:srgbClr val="27AE60"/>
          </a:solidFill>
          <a:ln/>
        </p:spPr>
      </p:sp>
      <p:sp>
        <p:nvSpPr>
          <p:cNvPr id="17" name="Text 15"/>
          <p:cNvSpPr/>
          <p:nvPr/>
        </p:nvSpPr>
        <p:spPr>
          <a:xfrm>
            <a:off x="8712200" y="18415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Developers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684000" y="1841500"/>
            <a:ext cx="3429000" cy="635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9" name="Shape 17"/>
          <p:cNvSpPr/>
          <p:nvPr/>
        </p:nvSpPr>
        <p:spPr>
          <a:xfrm>
            <a:off x="11684000" y="1841500"/>
            <a:ext cx="63500" cy="6350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0" name="Shape 18"/>
          <p:cNvSpPr/>
          <p:nvPr/>
        </p:nvSpPr>
        <p:spPr>
          <a:xfrm>
            <a:off x="11960225" y="19812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00025" y="0"/>
                </a:moveTo>
                <a:lnTo>
                  <a:pt x="88900" y="0"/>
                </a:lnTo>
                <a:cubicBezTo>
                  <a:pt x="76607" y="0"/>
                  <a:pt x="66675" y="9932"/>
                  <a:pt x="66675" y="22225"/>
                </a:cubicBezTo>
                <a:cubicBezTo>
                  <a:pt x="66675" y="34518"/>
                  <a:pt x="76607" y="44450"/>
                  <a:pt x="88900" y="44450"/>
                </a:cubicBezTo>
                <a:lnTo>
                  <a:pt x="88900" y="149671"/>
                </a:lnTo>
                <a:lnTo>
                  <a:pt x="5209" y="296079"/>
                </a:lnTo>
                <a:cubicBezTo>
                  <a:pt x="1806" y="302121"/>
                  <a:pt x="0" y="308858"/>
                  <a:pt x="0" y="315803"/>
                </a:cubicBezTo>
                <a:cubicBezTo>
                  <a:pt x="0" y="337820"/>
                  <a:pt x="17780" y="355600"/>
                  <a:pt x="39797" y="355600"/>
                </a:cubicBezTo>
                <a:lnTo>
                  <a:pt x="271353" y="355600"/>
                </a:lnTo>
                <a:cubicBezTo>
                  <a:pt x="293301" y="355600"/>
                  <a:pt x="311150" y="337820"/>
                  <a:pt x="311150" y="315803"/>
                </a:cubicBezTo>
                <a:cubicBezTo>
                  <a:pt x="311150" y="308858"/>
                  <a:pt x="309344" y="302052"/>
                  <a:pt x="305941" y="296079"/>
                </a:cubicBezTo>
                <a:lnTo>
                  <a:pt x="222250" y="149671"/>
                </a:lnTo>
                <a:lnTo>
                  <a:pt x="222250" y="44450"/>
                </a:lnTo>
                <a:cubicBezTo>
                  <a:pt x="234543" y="44450"/>
                  <a:pt x="244475" y="34518"/>
                  <a:pt x="244475" y="22225"/>
                </a:cubicBezTo>
                <a:cubicBezTo>
                  <a:pt x="244475" y="9932"/>
                  <a:pt x="234543" y="0"/>
                  <a:pt x="222250" y="0"/>
                </a:cubicBezTo>
                <a:lnTo>
                  <a:pt x="200025" y="0"/>
                </a:lnTo>
                <a:close/>
                <a:moveTo>
                  <a:pt x="133350" y="149671"/>
                </a:moveTo>
                <a:lnTo>
                  <a:pt x="133350" y="44450"/>
                </a:lnTo>
                <a:lnTo>
                  <a:pt x="177800" y="44450"/>
                </a:lnTo>
                <a:lnTo>
                  <a:pt x="177800" y="149671"/>
                </a:lnTo>
                <a:cubicBezTo>
                  <a:pt x="177800" y="157381"/>
                  <a:pt x="179814" y="165021"/>
                  <a:pt x="183634" y="171758"/>
                </a:cubicBezTo>
                <a:lnTo>
                  <a:pt x="212527" y="222250"/>
                </a:lnTo>
                <a:lnTo>
                  <a:pt x="98623" y="222250"/>
                </a:lnTo>
                <a:lnTo>
                  <a:pt x="127516" y="171758"/>
                </a:lnTo>
                <a:cubicBezTo>
                  <a:pt x="131336" y="165021"/>
                  <a:pt x="133350" y="157450"/>
                  <a:pt x="133350" y="149671"/>
                </a:cubicBezTo>
                <a:close/>
              </a:path>
            </a:pathLst>
          </a:custGeom>
          <a:solidFill>
            <a:srgbClr val="8E44AD"/>
          </a:solidFill>
          <a:ln/>
        </p:spPr>
      </p:sp>
      <p:sp>
        <p:nvSpPr>
          <p:cNvPr id="21" name="Text 19"/>
          <p:cNvSpPr/>
          <p:nvPr/>
        </p:nvSpPr>
        <p:spPr>
          <a:xfrm>
            <a:off x="12395200" y="18415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Researchers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5000" y="27686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spc="200" kern="0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 HELPS USERS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5000" y="3238500"/>
            <a:ext cx="7112000" cy="635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4" name="Shape 22"/>
          <p:cNvSpPr/>
          <p:nvPr/>
        </p:nvSpPr>
        <p:spPr>
          <a:xfrm>
            <a:off x="635000" y="3238500"/>
            <a:ext cx="63500" cy="6350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5" name="Shape 23"/>
          <p:cNvSpPr/>
          <p:nvPr/>
        </p:nvSpPr>
        <p:spPr>
          <a:xfrm>
            <a:off x="868363" y="3390900"/>
            <a:ext cx="371475" cy="330200"/>
          </a:xfrm>
          <a:custGeom>
            <a:avLst/>
            <a:gdLst/>
            <a:ahLst/>
            <a:cxnLst/>
            <a:rect l="l" t="t" r="r" b="b"/>
            <a:pathLst>
              <a:path w="371475" h="330200">
                <a:moveTo>
                  <a:pt x="36116" y="145494"/>
                </a:moveTo>
                <a:lnTo>
                  <a:pt x="20895" y="191026"/>
                </a:lnTo>
                <a:lnTo>
                  <a:pt x="20895" y="61912"/>
                </a:lnTo>
                <a:cubicBezTo>
                  <a:pt x="20895" y="39147"/>
                  <a:pt x="39405" y="20638"/>
                  <a:pt x="62170" y="20638"/>
                </a:cubicBezTo>
                <a:lnTo>
                  <a:pt x="151621" y="20638"/>
                </a:lnTo>
                <a:cubicBezTo>
                  <a:pt x="160521" y="20638"/>
                  <a:pt x="169227" y="23540"/>
                  <a:pt x="176386" y="28893"/>
                </a:cubicBezTo>
                <a:lnTo>
                  <a:pt x="201151" y="47466"/>
                </a:lnTo>
                <a:cubicBezTo>
                  <a:pt x="204698" y="50175"/>
                  <a:pt x="209084" y="51594"/>
                  <a:pt x="213534" y="51594"/>
                </a:cubicBezTo>
                <a:lnTo>
                  <a:pt x="289183" y="51594"/>
                </a:lnTo>
                <a:cubicBezTo>
                  <a:pt x="311949" y="51594"/>
                  <a:pt x="330458" y="70103"/>
                  <a:pt x="330458" y="92869"/>
                </a:cubicBezTo>
                <a:lnTo>
                  <a:pt x="330458" y="103188"/>
                </a:lnTo>
                <a:lnTo>
                  <a:pt x="94804" y="103188"/>
                </a:lnTo>
                <a:cubicBezTo>
                  <a:pt x="68168" y="103188"/>
                  <a:pt x="44500" y="120213"/>
                  <a:pt x="36051" y="145494"/>
                </a:cubicBezTo>
                <a:close/>
                <a:moveTo>
                  <a:pt x="308144" y="288925"/>
                </a:moveTo>
                <a:lnTo>
                  <a:pt x="63847" y="288925"/>
                </a:lnTo>
                <a:cubicBezTo>
                  <a:pt x="42694" y="288925"/>
                  <a:pt x="27796" y="268223"/>
                  <a:pt x="34503" y="248166"/>
                </a:cubicBezTo>
                <a:lnTo>
                  <a:pt x="65460" y="155297"/>
                </a:lnTo>
                <a:cubicBezTo>
                  <a:pt x="69652" y="142657"/>
                  <a:pt x="81518" y="134144"/>
                  <a:pt x="94804" y="134144"/>
                </a:cubicBezTo>
                <a:lnTo>
                  <a:pt x="339100" y="134144"/>
                </a:lnTo>
                <a:cubicBezTo>
                  <a:pt x="360253" y="134144"/>
                  <a:pt x="375151" y="154846"/>
                  <a:pt x="368444" y="174903"/>
                </a:cubicBezTo>
                <a:lnTo>
                  <a:pt x="337488" y="267772"/>
                </a:lnTo>
                <a:cubicBezTo>
                  <a:pt x="333296" y="280412"/>
                  <a:pt x="321429" y="288925"/>
                  <a:pt x="308144" y="288925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26" name="Text 24"/>
          <p:cNvSpPr/>
          <p:nvPr/>
        </p:nvSpPr>
        <p:spPr>
          <a:xfrm>
            <a:off x="1346200" y="3238500"/>
            <a:ext cx="6146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Organize notes efficiently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5000" y="4000500"/>
            <a:ext cx="7112000" cy="635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8" name="Shape 26"/>
          <p:cNvSpPr/>
          <p:nvPr/>
        </p:nvSpPr>
        <p:spPr>
          <a:xfrm>
            <a:off x="635000" y="4000500"/>
            <a:ext cx="63500" cy="635000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29" name="Shape 27"/>
          <p:cNvSpPr/>
          <p:nvPr/>
        </p:nvSpPr>
        <p:spPr>
          <a:xfrm>
            <a:off x="930275" y="4152900"/>
            <a:ext cx="247650" cy="330200"/>
          </a:xfrm>
          <a:custGeom>
            <a:avLst/>
            <a:gdLst/>
            <a:ahLst/>
            <a:cxnLst/>
            <a:rect l="l" t="t" r="r" b="b"/>
            <a:pathLst>
              <a:path w="247650" h="330200">
                <a:moveTo>
                  <a:pt x="0" y="41275"/>
                </a:moveTo>
                <a:cubicBezTo>
                  <a:pt x="0" y="18509"/>
                  <a:pt x="18509" y="0"/>
                  <a:pt x="41275" y="0"/>
                </a:cubicBezTo>
                <a:lnTo>
                  <a:pt x="137691" y="0"/>
                </a:lnTo>
                <a:cubicBezTo>
                  <a:pt x="148654" y="0"/>
                  <a:pt x="159167" y="4321"/>
                  <a:pt x="166906" y="12060"/>
                </a:cubicBezTo>
                <a:lnTo>
                  <a:pt x="235590" y="80809"/>
                </a:lnTo>
                <a:cubicBezTo>
                  <a:pt x="243329" y="88548"/>
                  <a:pt x="247650" y="99060"/>
                  <a:pt x="247650" y="110024"/>
                </a:cubicBezTo>
                <a:lnTo>
                  <a:pt x="247650" y="288925"/>
                </a:lnTo>
                <a:cubicBezTo>
                  <a:pt x="247650" y="311691"/>
                  <a:pt x="229141" y="330200"/>
                  <a:pt x="206375" y="330200"/>
                </a:cubicBezTo>
                <a:lnTo>
                  <a:pt x="41275" y="330200"/>
                </a:lnTo>
                <a:cubicBezTo>
                  <a:pt x="18509" y="330200"/>
                  <a:pt x="0" y="311691"/>
                  <a:pt x="0" y="288925"/>
                </a:cubicBezTo>
                <a:lnTo>
                  <a:pt x="0" y="41275"/>
                </a:lnTo>
                <a:close/>
                <a:moveTo>
                  <a:pt x="134144" y="37728"/>
                </a:moveTo>
                <a:lnTo>
                  <a:pt x="134144" y="98028"/>
                </a:lnTo>
                <a:cubicBezTo>
                  <a:pt x="134144" y="106606"/>
                  <a:pt x="141044" y="113506"/>
                  <a:pt x="149622" y="113506"/>
                </a:cubicBezTo>
                <a:lnTo>
                  <a:pt x="209922" y="113506"/>
                </a:lnTo>
                <a:lnTo>
                  <a:pt x="134144" y="37728"/>
                </a:lnTo>
                <a:close/>
                <a:moveTo>
                  <a:pt x="77391" y="165100"/>
                </a:moveTo>
                <a:cubicBezTo>
                  <a:pt x="68813" y="165100"/>
                  <a:pt x="61912" y="172001"/>
                  <a:pt x="61912" y="180578"/>
                </a:cubicBezTo>
                <a:cubicBezTo>
                  <a:pt x="61912" y="189156"/>
                  <a:pt x="68813" y="196056"/>
                  <a:pt x="77391" y="196056"/>
                </a:cubicBezTo>
                <a:lnTo>
                  <a:pt x="170259" y="196056"/>
                </a:lnTo>
                <a:cubicBezTo>
                  <a:pt x="178837" y="196056"/>
                  <a:pt x="185738" y="189156"/>
                  <a:pt x="185738" y="180578"/>
                </a:cubicBezTo>
                <a:cubicBezTo>
                  <a:pt x="185738" y="172001"/>
                  <a:pt x="178837" y="165100"/>
                  <a:pt x="170259" y="165100"/>
                </a:cubicBezTo>
                <a:lnTo>
                  <a:pt x="77391" y="165100"/>
                </a:lnTo>
                <a:close/>
                <a:moveTo>
                  <a:pt x="77391" y="227013"/>
                </a:moveTo>
                <a:cubicBezTo>
                  <a:pt x="68813" y="227013"/>
                  <a:pt x="61912" y="233913"/>
                  <a:pt x="61912" y="242491"/>
                </a:cubicBezTo>
                <a:cubicBezTo>
                  <a:pt x="61912" y="251068"/>
                  <a:pt x="68813" y="257969"/>
                  <a:pt x="77391" y="257969"/>
                </a:cubicBezTo>
                <a:lnTo>
                  <a:pt x="170259" y="257969"/>
                </a:lnTo>
                <a:cubicBezTo>
                  <a:pt x="178837" y="257969"/>
                  <a:pt x="185738" y="251068"/>
                  <a:pt x="185738" y="242491"/>
                </a:cubicBezTo>
                <a:cubicBezTo>
                  <a:pt x="185738" y="233913"/>
                  <a:pt x="178837" y="227013"/>
                  <a:pt x="170259" y="227013"/>
                </a:cubicBezTo>
                <a:lnTo>
                  <a:pt x="77391" y="227013"/>
                </a:lnTo>
                <a:close/>
              </a:path>
            </a:pathLst>
          </a:custGeom>
          <a:solidFill>
            <a:srgbClr val="3D5A80"/>
          </a:solidFill>
          <a:ln/>
        </p:spPr>
      </p:sp>
      <p:sp>
        <p:nvSpPr>
          <p:cNvPr id="30" name="Text 28"/>
          <p:cNvSpPr/>
          <p:nvPr/>
        </p:nvSpPr>
        <p:spPr>
          <a:xfrm>
            <a:off x="1346200" y="4000500"/>
            <a:ext cx="6146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 documentation better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5000" y="4762500"/>
            <a:ext cx="7112000" cy="635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2" name="Shape 30"/>
          <p:cNvSpPr/>
          <p:nvPr/>
        </p:nvSpPr>
        <p:spPr>
          <a:xfrm>
            <a:off x="635000" y="4762500"/>
            <a:ext cx="63500" cy="6350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3" name="Shape 31"/>
          <p:cNvSpPr/>
          <p:nvPr/>
        </p:nvSpPr>
        <p:spPr>
          <a:xfrm>
            <a:off x="868363" y="4914900"/>
            <a:ext cx="371475" cy="330200"/>
          </a:xfrm>
          <a:custGeom>
            <a:avLst/>
            <a:gdLst/>
            <a:ahLst/>
            <a:cxnLst/>
            <a:rect l="l" t="t" r="r" b="b"/>
            <a:pathLst>
              <a:path w="371475" h="330200">
                <a:moveTo>
                  <a:pt x="270545" y="61912"/>
                </a:moveTo>
                <a:cubicBezTo>
                  <a:pt x="259839" y="61912"/>
                  <a:pt x="249456" y="64815"/>
                  <a:pt x="240362" y="70103"/>
                </a:cubicBezTo>
                <a:cubicBezTo>
                  <a:pt x="230173" y="59784"/>
                  <a:pt x="218306" y="51142"/>
                  <a:pt x="205214" y="44629"/>
                </a:cubicBezTo>
                <a:cubicBezTo>
                  <a:pt x="223401" y="29150"/>
                  <a:pt x="246554" y="20638"/>
                  <a:pt x="270545" y="20638"/>
                </a:cubicBezTo>
                <a:cubicBezTo>
                  <a:pt x="326266" y="20638"/>
                  <a:pt x="371475" y="65782"/>
                  <a:pt x="371475" y="121568"/>
                </a:cubicBezTo>
                <a:cubicBezTo>
                  <a:pt x="371475" y="148332"/>
                  <a:pt x="360834" y="174000"/>
                  <a:pt x="341938" y="192896"/>
                </a:cubicBezTo>
                <a:lnTo>
                  <a:pt x="296084" y="238750"/>
                </a:lnTo>
                <a:cubicBezTo>
                  <a:pt x="277187" y="257646"/>
                  <a:pt x="251520" y="268288"/>
                  <a:pt x="224755" y="268288"/>
                </a:cubicBezTo>
                <a:cubicBezTo>
                  <a:pt x="169034" y="268288"/>
                  <a:pt x="123825" y="223143"/>
                  <a:pt x="123825" y="167357"/>
                </a:cubicBezTo>
                <a:cubicBezTo>
                  <a:pt x="123825" y="166390"/>
                  <a:pt x="123825" y="165422"/>
                  <a:pt x="123889" y="164455"/>
                </a:cubicBezTo>
                <a:cubicBezTo>
                  <a:pt x="124212" y="153040"/>
                  <a:pt x="133692" y="144076"/>
                  <a:pt x="145107" y="144398"/>
                </a:cubicBezTo>
                <a:cubicBezTo>
                  <a:pt x="156523" y="144720"/>
                  <a:pt x="165487" y="154201"/>
                  <a:pt x="165164" y="165616"/>
                </a:cubicBezTo>
                <a:cubicBezTo>
                  <a:pt x="165164" y="166196"/>
                  <a:pt x="165164" y="166777"/>
                  <a:pt x="165164" y="167293"/>
                </a:cubicBezTo>
                <a:cubicBezTo>
                  <a:pt x="165164" y="200248"/>
                  <a:pt x="191864" y="226948"/>
                  <a:pt x="224820" y="226948"/>
                </a:cubicBezTo>
                <a:cubicBezTo>
                  <a:pt x="240620" y="226948"/>
                  <a:pt x="255776" y="220692"/>
                  <a:pt x="266998" y="209471"/>
                </a:cubicBezTo>
                <a:lnTo>
                  <a:pt x="312852" y="163617"/>
                </a:lnTo>
                <a:cubicBezTo>
                  <a:pt x="324009" y="152460"/>
                  <a:pt x="330329" y="137239"/>
                  <a:pt x="330329" y="121439"/>
                </a:cubicBezTo>
                <a:cubicBezTo>
                  <a:pt x="330329" y="88483"/>
                  <a:pt x="303629" y="61784"/>
                  <a:pt x="270674" y="61784"/>
                </a:cubicBezTo>
                <a:close/>
                <a:moveTo>
                  <a:pt x="177482" y="111765"/>
                </a:moveTo>
                <a:cubicBezTo>
                  <a:pt x="176257" y="111249"/>
                  <a:pt x="175032" y="110540"/>
                  <a:pt x="173935" y="109766"/>
                </a:cubicBezTo>
                <a:cubicBezTo>
                  <a:pt x="165809" y="105574"/>
                  <a:pt x="156523" y="103188"/>
                  <a:pt x="146784" y="103188"/>
                </a:cubicBezTo>
                <a:cubicBezTo>
                  <a:pt x="130984" y="103188"/>
                  <a:pt x="115828" y="109443"/>
                  <a:pt x="104606" y="120665"/>
                </a:cubicBezTo>
                <a:lnTo>
                  <a:pt x="58752" y="166519"/>
                </a:lnTo>
                <a:cubicBezTo>
                  <a:pt x="47595" y="177676"/>
                  <a:pt x="41275" y="192896"/>
                  <a:pt x="41275" y="208697"/>
                </a:cubicBezTo>
                <a:cubicBezTo>
                  <a:pt x="41275" y="241652"/>
                  <a:pt x="67975" y="268352"/>
                  <a:pt x="100930" y="268352"/>
                </a:cubicBezTo>
                <a:cubicBezTo>
                  <a:pt x="111571" y="268352"/>
                  <a:pt x="121955" y="265514"/>
                  <a:pt x="131048" y="260226"/>
                </a:cubicBezTo>
                <a:cubicBezTo>
                  <a:pt x="141238" y="270545"/>
                  <a:pt x="153104" y="279187"/>
                  <a:pt x="166261" y="285700"/>
                </a:cubicBezTo>
                <a:cubicBezTo>
                  <a:pt x="148074" y="301114"/>
                  <a:pt x="124986" y="309691"/>
                  <a:pt x="100930" y="309691"/>
                </a:cubicBezTo>
                <a:cubicBezTo>
                  <a:pt x="45209" y="309691"/>
                  <a:pt x="0" y="264547"/>
                  <a:pt x="0" y="208761"/>
                </a:cubicBezTo>
                <a:cubicBezTo>
                  <a:pt x="0" y="181997"/>
                  <a:pt x="10641" y="156329"/>
                  <a:pt x="29537" y="137433"/>
                </a:cubicBezTo>
                <a:lnTo>
                  <a:pt x="75391" y="91579"/>
                </a:lnTo>
                <a:cubicBezTo>
                  <a:pt x="94288" y="72683"/>
                  <a:pt x="119955" y="62041"/>
                  <a:pt x="146720" y="62041"/>
                </a:cubicBezTo>
                <a:cubicBezTo>
                  <a:pt x="202570" y="62041"/>
                  <a:pt x="247650" y="107573"/>
                  <a:pt x="247650" y="163230"/>
                </a:cubicBezTo>
                <a:cubicBezTo>
                  <a:pt x="247650" y="164068"/>
                  <a:pt x="247650" y="164907"/>
                  <a:pt x="247650" y="165745"/>
                </a:cubicBezTo>
                <a:cubicBezTo>
                  <a:pt x="247392" y="177160"/>
                  <a:pt x="237912" y="186124"/>
                  <a:pt x="226497" y="185866"/>
                </a:cubicBezTo>
                <a:cubicBezTo>
                  <a:pt x="215081" y="185609"/>
                  <a:pt x="206117" y="176128"/>
                  <a:pt x="206375" y="164713"/>
                </a:cubicBezTo>
                <a:cubicBezTo>
                  <a:pt x="206375" y="164197"/>
                  <a:pt x="206375" y="163746"/>
                  <a:pt x="206375" y="163230"/>
                </a:cubicBezTo>
                <a:cubicBezTo>
                  <a:pt x="206375" y="141496"/>
                  <a:pt x="194766" y="122406"/>
                  <a:pt x="177482" y="111894"/>
                </a:cubicBezTo>
                <a:close/>
              </a:path>
            </a:pathLst>
          </a:custGeom>
          <a:solidFill>
            <a:srgbClr val="27AE60"/>
          </a:solidFill>
          <a:ln/>
        </p:spPr>
      </p:sp>
      <p:sp>
        <p:nvSpPr>
          <p:cNvPr id="34" name="Text 32"/>
          <p:cNvSpPr/>
          <p:nvPr/>
        </p:nvSpPr>
        <p:spPr>
          <a:xfrm>
            <a:off x="1346200" y="4762500"/>
            <a:ext cx="6146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 related information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5000" y="5524500"/>
            <a:ext cx="7112000" cy="635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6" name="Shape 34"/>
          <p:cNvSpPr/>
          <p:nvPr/>
        </p:nvSpPr>
        <p:spPr>
          <a:xfrm>
            <a:off x="635000" y="5524500"/>
            <a:ext cx="63500" cy="6350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37" name="Shape 35"/>
          <p:cNvSpPr/>
          <p:nvPr/>
        </p:nvSpPr>
        <p:spPr>
          <a:xfrm>
            <a:off x="909638" y="5676900"/>
            <a:ext cx="288925" cy="330200"/>
          </a:xfrm>
          <a:custGeom>
            <a:avLst/>
            <a:gdLst/>
            <a:ahLst/>
            <a:cxnLst/>
            <a:rect l="l" t="t" r="r" b="b"/>
            <a:pathLst>
              <a:path w="288925" h="330200">
                <a:moveTo>
                  <a:pt x="218500" y="-6385"/>
                </a:moveTo>
                <a:cubicBezTo>
                  <a:pt x="226174" y="-838"/>
                  <a:pt x="229012" y="9222"/>
                  <a:pt x="225529" y="17993"/>
                </a:cubicBezTo>
                <a:lnTo>
                  <a:pt x="174967" y="144463"/>
                </a:lnTo>
                <a:lnTo>
                  <a:pt x="268288" y="144463"/>
                </a:lnTo>
                <a:cubicBezTo>
                  <a:pt x="276994" y="144463"/>
                  <a:pt x="284733" y="149880"/>
                  <a:pt x="287700" y="158070"/>
                </a:cubicBezTo>
                <a:cubicBezTo>
                  <a:pt x="290666" y="166261"/>
                  <a:pt x="288151" y="175419"/>
                  <a:pt x="281508" y="180965"/>
                </a:cubicBezTo>
                <a:lnTo>
                  <a:pt x="95771" y="335746"/>
                </a:lnTo>
                <a:cubicBezTo>
                  <a:pt x="88483" y="341809"/>
                  <a:pt x="78100" y="342131"/>
                  <a:pt x="70425" y="336585"/>
                </a:cubicBezTo>
                <a:cubicBezTo>
                  <a:pt x="62751" y="331038"/>
                  <a:pt x="59913" y="320978"/>
                  <a:pt x="63396" y="312207"/>
                </a:cubicBezTo>
                <a:lnTo>
                  <a:pt x="113958" y="185738"/>
                </a:lnTo>
                <a:lnTo>
                  <a:pt x="20638" y="185738"/>
                </a:lnTo>
                <a:cubicBezTo>
                  <a:pt x="11931" y="185738"/>
                  <a:pt x="4192" y="180320"/>
                  <a:pt x="1225" y="172130"/>
                </a:cubicBezTo>
                <a:cubicBezTo>
                  <a:pt x="-1741" y="163939"/>
                  <a:pt x="774" y="154781"/>
                  <a:pt x="7417" y="149235"/>
                </a:cubicBezTo>
                <a:lnTo>
                  <a:pt x="193154" y="-5546"/>
                </a:lnTo>
                <a:cubicBezTo>
                  <a:pt x="200442" y="-11609"/>
                  <a:pt x="210825" y="-11931"/>
                  <a:pt x="218500" y="-6385"/>
                </a:cubicBezTo>
                <a:close/>
              </a:path>
            </a:pathLst>
          </a:custGeom>
          <a:solidFill>
            <a:srgbClr val="8E44AD"/>
          </a:solidFill>
          <a:ln/>
        </p:spPr>
      </p:sp>
      <p:sp>
        <p:nvSpPr>
          <p:cNvPr id="38" name="Text 36"/>
          <p:cNvSpPr/>
          <p:nvPr/>
        </p:nvSpPr>
        <p:spPr>
          <a:xfrm>
            <a:off x="1346200" y="5524500"/>
            <a:ext cx="6146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 knowledge faster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382000" y="3238500"/>
            <a:ext cx="7239000" cy="2921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0" name="Shape 38"/>
          <p:cNvSpPr/>
          <p:nvPr/>
        </p:nvSpPr>
        <p:spPr>
          <a:xfrm>
            <a:off x="11442700" y="3937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238125" y="111125"/>
                </a:moveTo>
                <a:cubicBezTo>
                  <a:pt x="238125" y="49808"/>
                  <a:pt x="287933" y="0"/>
                  <a:pt x="349250" y="0"/>
                </a:cubicBezTo>
                <a:lnTo>
                  <a:pt x="396875" y="0"/>
                </a:lnTo>
                <a:cubicBezTo>
                  <a:pt x="431998" y="0"/>
                  <a:pt x="460375" y="28377"/>
                  <a:pt x="460375" y="63500"/>
                </a:cubicBezTo>
                <a:lnTo>
                  <a:pt x="460375" y="952500"/>
                </a:lnTo>
                <a:cubicBezTo>
                  <a:pt x="460375" y="987623"/>
                  <a:pt x="431998" y="1016000"/>
                  <a:pt x="396875" y="1016000"/>
                </a:cubicBezTo>
                <a:lnTo>
                  <a:pt x="333375" y="1016000"/>
                </a:lnTo>
                <a:cubicBezTo>
                  <a:pt x="274241" y="1016000"/>
                  <a:pt x="224433" y="975519"/>
                  <a:pt x="210344" y="920750"/>
                </a:cubicBezTo>
                <a:cubicBezTo>
                  <a:pt x="208955" y="920750"/>
                  <a:pt x="207764" y="920750"/>
                  <a:pt x="206375" y="920750"/>
                </a:cubicBezTo>
                <a:cubicBezTo>
                  <a:pt x="118666" y="920750"/>
                  <a:pt x="47625" y="849709"/>
                  <a:pt x="47625" y="762000"/>
                </a:cubicBezTo>
                <a:cubicBezTo>
                  <a:pt x="47625" y="726281"/>
                  <a:pt x="59531" y="693341"/>
                  <a:pt x="79375" y="666750"/>
                </a:cubicBezTo>
                <a:cubicBezTo>
                  <a:pt x="40878" y="637778"/>
                  <a:pt x="15875" y="591741"/>
                  <a:pt x="15875" y="539750"/>
                </a:cubicBezTo>
                <a:cubicBezTo>
                  <a:pt x="15875" y="478433"/>
                  <a:pt x="50800" y="425053"/>
                  <a:pt x="101600" y="398661"/>
                </a:cubicBezTo>
                <a:cubicBezTo>
                  <a:pt x="87511" y="374848"/>
                  <a:pt x="79375" y="347067"/>
                  <a:pt x="79375" y="317500"/>
                </a:cubicBezTo>
                <a:cubicBezTo>
                  <a:pt x="79375" y="229791"/>
                  <a:pt x="150416" y="158750"/>
                  <a:pt x="238125" y="158750"/>
                </a:cubicBezTo>
                <a:lnTo>
                  <a:pt x="238125" y="111125"/>
                </a:lnTo>
                <a:close/>
                <a:moveTo>
                  <a:pt x="777875" y="111125"/>
                </a:moveTo>
                <a:lnTo>
                  <a:pt x="777875" y="158750"/>
                </a:lnTo>
                <a:cubicBezTo>
                  <a:pt x="865584" y="158750"/>
                  <a:pt x="936625" y="229791"/>
                  <a:pt x="936625" y="317500"/>
                </a:cubicBezTo>
                <a:cubicBezTo>
                  <a:pt x="936625" y="347266"/>
                  <a:pt x="928489" y="375047"/>
                  <a:pt x="914400" y="398661"/>
                </a:cubicBezTo>
                <a:cubicBezTo>
                  <a:pt x="965398" y="425053"/>
                  <a:pt x="1000125" y="478234"/>
                  <a:pt x="1000125" y="539750"/>
                </a:cubicBezTo>
                <a:cubicBezTo>
                  <a:pt x="1000125" y="591741"/>
                  <a:pt x="975122" y="637778"/>
                  <a:pt x="936625" y="666750"/>
                </a:cubicBezTo>
                <a:cubicBezTo>
                  <a:pt x="956469" y="693341"/>
                  <a:pt x="968375" y="726281"/>
                  <a:pt x="968375" y="762000"/>
                </a:cubicBezTo>
                <a:cubicBezTo>
                  <a:pt x="968375" y="849709"/>
                  <a:pt x="897334" y="920750"/>
                  <a:pt x="809625" y="920750"/>
                </a:cubicBezTo>
                <a:cubicBezTo>
                  <a:pt x="808236" y="920750"/>
                  <a:pt x="807045" y="920750"/>
                  <a:pt x="805656" y="920750"/>
                </a:cubicBezTo>
                <a:cubicBezTo>
                  <a:pt x="791567" y="975519"/>
                  <a:pt x="741759" y="1016000"/>
                  <a:pt x="682625" y="1016000"/>
                </a:cubicBezTo>
                <a:lnTo>
                  <a:pt x="619125" y="1016000"/>
                </a:lnTo>
                <a:cubicBezTo>
                  <a:pt x="584002" y="1016000"/>
                  <a:pt x="555625" y="987623"/>
                  <a:pt x="555625" y="952500"/>
                </a:cubicBezTo>
                <a:lnTo>
                  <a:pt x="555625" y="63500"/>
                </a:lnTo>
                <a:cubicBezTo>
                  <a:pt x="555625" y="28377"/>
                  <a:pt x="584002" y="0"/>
                  <a:pt x="619125" y="0"/>
                </a:cubicBezTo>
                <a:lnTo>
                  <a:pt x="666750" y="0"/>
                </a:lnTo>
                <a:cubicBezTo>
                  <a:pt x="728067" y="0"/>
                  <a:pt x="777875" y="49808"/>
                  <a:pt x="777875" y="111125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41" name="Text 39"/>
          <p:cNvSpPr/>
          <p:nvPr/>
        </p:nvSpPr>
        <p:spPr>
          <a:xfrm>
            <a:off x="9017000" y="5207000"/>
            <a:ext cx="596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Your Knowledge, Connected.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9000"/>
            <a:ext cx="16256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0"/>
            <a:ext cx="1498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35000" y="1143000"/>
            <a:ext cx="1498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Is Scattered Across Different Places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35000" y="1651000"/>
            <a:ext cx="1498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D5A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Today, users store information in many formats: Notes, Documents, Project files, Research content, Code-related knowledge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5000" y="21336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spc="200" kern="0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 PROBLEMS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000" y="2540000"/>
            <a:ext cx="7112000" cy="635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9" name="Shape 7"/>
          <p:cNvSpPr/>
          <p:nvPr/>
        </p:nvSpPr>
        <p:spPr>
          <a:xfrm>
            <a:off x="635000" y="2540000"/>
            <a:ext cx="63500" cy="6350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Shape 8"/>
          <p:cNvSpPr/>
          <p:nvPr/>
        </p:nvSpPr>
        <p:spPr>
          <a:xfrm>
            <a:off x="889000" y="26924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330200"/>
                </a:moveTo>
                <a:cubicBezTo>
                  <a:pt x="256221" y="330200"/>
                  <a:pt x="330200" y="256221"/>
                  <a:pt x="330200" y="165100"/>
                </a:cubicBezTo>
                <a:cubicBezTo>
                  <a:pt x="330200" y="73979"/>
                  <a:pt x="256221" y="0"/>
                  <a:pt x="165100" y="0"/>
                </a:cubicBezTo>
                <a:cubicBezTo>
                  <a:pt x="73979" y="0"/>
                  <a:pt x="0" y="73979"/>
                  <a:pt x="0" y="165100"/>
                </a:cubicBezTo>
                <a:cubicBezTo>
                  <a:pt x="0" y="256221"/>
                  <a:pt x="73979" y="330200"/>
                  <a:pt x="165100" y="330200"/>
                </a:cubicBezTo>
                <a:close/>
                <a:moveTo>
                  <a:pt x="107702" y="107702"/>
                </a:moveTo>
                <a:cubicBezTo>
                  <a:pt x="113764" y="101640"/>
                  <a:pt x="123567" y="101640"/>
                  <a:pt x="129565" y="107702"/>
                </a:cubicBezTo>
                <a:lnTo>
                  <a:pt x="165036" y="143173"/>
                </a:lnTo>
                <a:lnTo>
                  <a:pt x="200506" y="107702"/>
                </a:lnTo>
                <a:cubicBezTo>
                  <a:pt x="206568" y="101640"/>
                  <a:pt x="216371" y="101640"/>
                  <a:pt x="222369" y="107702"/>
                </a:cubicBezTo>
                <a:cubicBezTo>
                  <a:pt x="228367" y="113764"/>
                  <a:pt x="228431" y="123567"/>
                  <a:pt x="222369" y="129565"/>
                </a:cubicBezTo>
                <a:lnTo>
                  <a:pt x="186898" y="165036"/>
                </a:lnTo>
                <a:lnTo>
                  <a:pt x="222369" y="200506"/>
                </a:lnTo>
                <a:cubicBezTo>
                  <a:pt x="228431" y="206568"/>
                  <a:pt x="228431" y="216371"/>
                  <a:pt x="222369" y="222369"/>
                </a:cubicBezTo>
                <a:cubicBezTo>
                  <a:pt x="216307" y="228367"/>
                  <a:pt x="206504" y="228431"/>
                  <a:pt x="200506" y="222369"/>
                </a:cubicBezTo>
                <a:lnTo>
                  <a:pt x="165036" y="186898"/>
                </a:lnTo>
                <a:lnTo>
                  <a:pt x="129565" y="222369"/>
                </a:lnTo>
                <a:cubicBezTo>
                  <a:pt x="123503" y="228431"/>
                  <a:pt x="113700" y="228431"/>
                  <a:pt x="107702" y="222369"/>
                </a:cubicBezTo>
                <a:cubicBezTo>
                  <a:pt x="101704" y="216307"/>
                  <a:pt x="101640" y="206504"/>
                  <a:pt x="107702" y="200506"/>
                </a:cubicBezTo>
                <a:lnTo>
                  <a:pt x="143173" y="165036"/>
                </a:lnTo>
                <a:lnTo>
                  <a:pt x="107702" y="129565"/>
                </a:lnTo>
                <a:cubicBezTo>
                  <a:pt x="101640" y="123503"/>
                  <a:pt x="101640" y="113700"/>
                  <a:pt x="107702" y="107702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11" name="Text 9"/>
          <p:cNvSpPr/>
          <p:nvPr/>
        </p:nvSpPr>
        <p:spPr>
          <a:xfrm>
            <a:off x="1346200" y="2540000"/>
            <a:ext cx="6146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Information is stored separately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5000" y="3302000"/>
            <a:ext cx="7112000" cy="635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3" name="Shape 11"/>
          <p:cNvSpPr/>
          <p:nvPr/>
        </p:nvSpPr>
        <p:spPr>
          <a:xfrm>
            <a:off x="635000" y="3302000"/>
            <a:ext cx="63500" cy="6350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363" y="3454400"/>
            <a:ext cx="371475" cy="330200"/>
          </a:xfrm>
          <a:custGeom>
            <a:avLst/>
            <a:gdLst/>
            <a:ahLst/>
            <a:cxnLst/>
            <a:rect l="l" t="t" r="r" b="b"/>
            <a:pathLst>
              <a:path w="371475" h="330200">
                <a:moveTo>
                  <a:pt x="26442" y="-16059"/>
                </a:moveTo>
                <a:cubicBezTo>
                  <a:pt x="20380" y="-22121"/>
                  <a:pt x="10577" y="-22121"/>
                  <a:pt x="4579" y="-16059"/>
                </a:cubicBezTo>
                <a:cubicBezTo>
                  <a:pt x="-1419" y="-9996"/>
                  <a:pt x="-1483" y="-193"/>
                  <a:pt x="4514" y="5869"/>
                </a:cubicBezTo>
                <a:lnTo>
                  <a:pt x="345033" y="346388"/>
                </a:lnTo>
                <a:cubicBezTo>
                  <a:pt x="351095" y="352450"/>
                  <a:pt x="360898" y="352450"/>
                  <a:pt x="366896" y="346388"/>
                </a:cubicBezTo>
                <a:cubicBezTo>
                  <a:pt x="372894" y="340325"/>
                  <a:pt x="372958" y="330522"/>
                  <a:pt x="366896" y="324525"/>
                </a:cubicBezTo>
                <a:lnTo>
                  <a:pt x="288216" y="245844"/>
                </a:lnTo>
                <a:cubicBezTo>
                  <a:pt x="290924" y="243651"/>
                  <a:pt x="293568" y="241265"/>
                  <a:pt x="296019" y="238815"/>
                </a:cubicBezTo>
                <a:lnTo>
                  <a:pt x="341873" y="192961"/>
                </a:lnTo>
                <a:cubicBezTo>
                  <a:pt x="360769" y="174064"/>
                  <a:pt x="371411" y="148397"/>
                  <a:pt x="371411" y="121632"/>
                </a:cubicBezTo>
                <a:cubicBezTo>
                  <a:pt x="371411" y="65911"/>
                  <a:pt x="326266" y="20702"/>
                  <a:pt x="270480" y="20702"/>
                </a:cubicBezTo>
                <a:cubicBezTo>
                  <a:pt x="246425" y="20702"/>
                  <a:pt x="223336" y="29279"/>
                  <a:pt x="205150" y="44693"/>
                </a:cubicBezTo>
                <a:cubicBezTo>
                  <a:pt x="218242" y="51207"/>
                  <a:pt x="230108" y="59849"/>
                  <a:pt x="240298" y="70168"/>
                </a:cubicBezTo>
                <a:cubicBezTo>
                  <a:pt x="249391" y="64815"/>
                  <a:pt x="259775" y="61977"/>
                  <a:pt x="270480" y="61977"/>
                </a:cubicBezTo>
                <a:cubicBezTo>
                  <a:pt x="303436" y="61977"/>
                  <a:pt x="330136" y="88677"/>
                  <a:pt x="330136" y="121632"/>
                </a:cubicBezTo>
                <a:cubicBezTo>
                  <a:pt x="330136" y="137433"/>
                  <a:pt x="323880" y="152589"/>
                  <a:pt x="312658" y="163810"/>
                </a:cubicBezTo>
                <a:lnTo>
                  <a:pt x="266804" y="209664"/>
                </a:lnTo>
                <a:cubicBezTo>
                  <a:pt x="264289" y="212179"/>
                  <a:pt x="261580" y="214437"/>
                  <a:pt x="258678" y="216436"/>
                </a:cubicBezTo>
                <a:lnTo>
                  <a:pt x="228044" y="185802"/>
                </a:lnTo>
                <a:cubicBezTo>
                  <a:pt x="238686" y="185222"/>
                  <a:pt x="247199" y="176515"/>
                  <a:pt x="247521" y="165745"/>
                </a:cubicBezTo>
                <a:cubicBezTo>
                  <a:pt x="247521" y="164907"/>
                  <a:pt x="247521" y="164068"/>
                  <a:pt x="247521" y="163230"/>
                </a:cubicBezTo>
                <a:cubicBezTo>
                  <a:pt x="247521" y="107573"/>
                  <a:pt x="202441" y="62041"/>
                  <a:pt x="146591" y="62041"/>
                </a:cubicBezTo>
                <a:cubicBezTo>
                  <a:pt x="134208" y="62041"/>
                  <a:pt x="122148" y="64299"/>
                  <a:pt x="110798" y="68620"/>
                </a:cubicBezTo>
                <a:lnTo>
                  <a:pt x="26442" y="-16059"/>
                </a:lnTo>
                <a:close/>
                <a:moveTo>
                  <a:pt x="145688" y="103188"/>
                </a:moveTo>
                <a:cubicBezTo>
                  <a:pt x="146075" y="103188"/>
                  <a:pt x="146397" y="103188"/>
                  <a:pt x="146784" y="103188"/>
                </a:cubicBezTo>
                <a:cubicBezTo>
                  <a:pt x="156523" y="103188"/>
                  <a:pt x="165809" y="105574"/>
                  <a:pt x="173935" y="109766"/>
                </a:cubicBezTo>
                <a:cubicBezTo>
                  <a:pt x="175096" y="110540"/>
                  <a:pt x="176257" y="111249"/>
                  <a:pt x="177482" y="111765"/>
                </a:cubicBezTo>
                <a:cubicBezTo>
                  <a:pt x="194766" y="122277"/>
                  <a:pt x="206375" y="141367"/>
                  <a:pt x="206375" y="163101"/>
                </a:cubicBezTo>
                <a:cubicBezTo>
                  <a:pt x="206375" y="163359"/>
                  <a:pt x="206375" y="163617"/>
                  <a:pt x="206375" y="163875"/>
                </a:cubicBezTo>
                <a:lnTo>
                  <a:pt x="145688" y="103188"/>
                </a:lnTo>
                <a:close/>
                <a:moveTo>
                  <a:pt x="223272" y="268288"/>
                </a:moveTo>
                <a:lnTo>
                  <a:pt x="123825" y="168841"/>
                </a:lnTo>
                <a:cubicBezTo>
                  <a:pt x="124599" y="223401"/>
                  <a:pt x="168712" y="267449"/>
                  <a:pt x="223207" y="268223"/>
                </a:cubicBezTo>
                <a:close/>
                <a:moveTo>
                  <a:pt x="90096" y="135111"/>
                </a:moveTo>
                <a:lnTo>
                  <a:pt x="60881" y="105896"/>
                </a:lnTo>
                <a:lnTo>
                  <a:pt x="29537" y="137239"/>
                </a:lnTo>
                <a:cubicBezTo>
                  <a:pt x="10641" y="156136"/>
                  <a:pt x="0" y="181803"/>
                  <a:pt x="0" y="208568"/>
                </a:cubicBezTo>
                <a:cubicBezTo>
                  <a:pt x="0" y="264289"/>
                  <a:pt x="45145" y="309498"/>
                  <a:pt x="100930" y="309498"/>
                </a:cubicBezTo>
                <a:cubicBezTo>
                  <a:pt x="124921" y="309498"/>
                  <a:pt x="148074" y="300921"/>
                  <a:pt x="166261" y="285507"/>
                </a:cubicBezTo>
                <a:cubicBezTo>
                  <a:pt x="153169" y="278993"/>
                  <a:pt x="141238" y="270351"/>
                  <a:pt x="131048" y="260033"/>
                </a:cubicBezTo>
                <a:cubicBezTo>
                  <a:pt x="122019" y="265321"/>
                  <a:pt x="111636" y="268159"/>
                  <a:pt x="100930" y="268159"/>
                </a:cubicBezTo>
                <a:cubicBezTo>
                  <a:pt x="67975" y="268159"/>
                  <a:pt x="41275" y="241459"/>
                  <a:pt x="41275" y="208503"/>
                </a:cubicBezTo>
                <a:cubicBezTo>
                  <a:pt x="41275" y="192703"/>
                  <a:pt x="47531" y="177547"/>
                  <a:pt x="58752" y="166325"/>
                </a:cubicBezTo>
                <a:lnTo>
                  <a:pt x="90096" y="134982"/>
                </a:ln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5" name="Text 13"/>
          <p:cNvSpPr/>
          <p:nvPr/>
        </p:nvSpPr>
        <p:spPr>
          <a:xfrm>
            <a:off x="1346200" y="3302000"/>
            <a:ext cx="6146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Related ideas are hard to connect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5000" y="4064000"/>
            <a:ext cx="7112000" cy="635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35000" y="4064000"/>
            <a:ext cx="63500" cy="635000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8" name="Shape 16"/>
          <p:cNvSpPr/>
          <p:nvPr/>
        </p:nvSpPr>
        <p:spPr>
          <a:xfrm>
            <a:off x="889000" y="42164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0"/>
                </a:moveTo>
                <a:cubicBezTo>
                  <a:pt x="256221" y="0"/>
                  <a:pt x="330200" y="73979"/>
                  <a:pt x="330200" y="165100"/>
                </a:cubicBezTo>
                <a:cubicBezTo>
                  <a:pt x="330200" y="256221"/>
                  <a:pt x="256221" y="330200"/>
                  <a:pt x="165100" y="330200"/>
                </a:cubicBezTo>
                <a:cubicBezTo>
                  <a:pt x="73979" y="330200"/>
                  <a:pt x="0" y="256221"/>
                  <a:pt x="0" y="165100"/>
                </a:cubicBezTo>
                <a:cubicBezTo>
                  <a:pt x="0" y="73979"/>
                  <a:pt x="73979" y="0"/>
                  <a:pt x="165100" y="0"/>
                </a:cubicBezTo>
                <a:close/>
                <a:moveTo>
                  <a:pt x="149622" y="77391"/>
                </a:moveTo>
                <a:lnTo>
                  <a:pt x="149622" y="165100"/>
                </a:lnTo>
                <a:cubicBezTo>
                  <a:pt x="149622" y="170259"/>
                  <a:pt x="152202" y="175096"/>
                  <a:pt x="156523" y="177998"/>
                </a:cubicBezTo>
                <a:lnTo>
                  <a:pt x="218435" y="219273"/>
                </a:lnTo>
                <a:cubicBezTo>
                  <a:pt x="225529" y="224046"/>
                  <a:pt x="235139" y="222111"/>
                  <a:pt x="239911" y="214952"/>
                </a:cubicBezTo>
                <a:cubicBezTo>
                  <a:pt x="244683" y="207794"/>
                  <a:pt x="242749" y="198249"/>
                  <a:pt x="235590" y="193477"/>
                </a:cubicBezTo>
                <a:lnTo>
                  <a:pt x="180578" y="156845"/>
                </a:lnTo>
                <a:lnTo>
                  <a:pt x="180578" y="77391"/>
                </a:lnTo>
                <a:cubicBezTo>
                  <a:pt x="180578" y="68813"/>
                  <a:pt x="173677" y="61912"/>
                  <a:pt x="165100" y="61912"/>
                </a:cubicBezTo>
                <a:cubicBezTo>
                  <a:pt x="156523" y="61912"/>
                  <a:pt x="149622" y="68813"/>
                  <a:pt x="149622" y="77391"/>
                </a:cubicBezTo>
                <a:close/>
              </a:path>
            </a:pathLst>
          </a:custGeom>
          <a:solidFill>
            <a:srgbClr val="3D5A80"/>
          </a:solidFill>
          <a:ln/>
        </p:spPr>
      </p:sp>
      <p:sp>
        <p:nvSpPr>
          <p:cNvPr id="19" name="Text 17"/>
          <p:cNvSpPr/>
          <p:nvPr/>
        </p:nvSpPr>
        <p:spPr>
          <a:xfrm>
            <a:off x="1346200" y="4064000"/>
            <a:ext cx="6146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Reading connected content takes time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5000" y="4826000"/>
            <a:ext cx="7112000" cy="635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1" name="Shape 19"/>
          <p:cNvSpPr/>
          <p:nvPr/>
        </p:nvSpPr>
        <p:spPr>
          <a:xfrm>
            <a:off x="635000" y="4826000"/>
            <a:ext cx="63500" cy="6350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2" name="Shape 20"/>
          <p:cNvSpPr/>
          <p:nvPr/>
        </p:nvSpPr>
        <p:spPr>
          <a:xfrm>
            <a:off x="889000" y="49784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0"/>
                </a:moveTo>
                <a:cubicBezTo>
                  <a:pt x="174580" y="0"/>
                  <a:pt x="183287" y="5224"/>
                  <a:pt x="187801" y="13543"/>
                </a:cubicBezTo>
                <a:lnTo>
                  <a:pt x="327104" y="271512"/>
                </a:lnTo>
                <a:cubicBezTo>
                  <a:pt x="331425" y="279509"/>
                  <a:pt x="331232" y="289183"/>
                  <a:pt x="326588" y="296987"/>
                </a:cubicBezTo>
                <a:cubicBezTo>
                  <a:pt x="321945" y="304790"/>
                  <a:pt x="313497" y="309563"/>
                  <a:pt x="304403" y="309563"/>
                </a:cubicBezTo>
                <a:lnTo>
                  <a:pt x="25797" y="309563"/>
                </a:lnTo>
                <a:cubicBezTo>
                  <a:pt x="16703" y="309563"/>
                  <a:pt x="8319" y="304790"/>
                  <a:pt x="3612" y="296987"/>
                </a:cubicBezTo>
                <a:cubicBezTo>
                  <a:pt x="-1096" y="289183"/>
                  <a:pt x="-1225" y="279509"/>
                  <a:pt x="3096" y="271512"/>
                </a:cubicBezTo>
                <a:lnTo>
                  <a:pt x="142399" y="13543"/>
                </a:lnTo>
                <a:cubicBezTo>
                  <a:pt x="146913" y="5224"/>
                  <a:pt x="155620" y="0"/>
                  <a:pt x="165100" y="0"/>
                </a:cubicBezTo>
                <a:close/>
                <a:moveTo>
                  <a:pt x="165100" y="108347"/>
                </a:moveTo>
                <a:cubicBezTo>
                  <a:pt x="156523" y="108347"/>
                  <a:pt x="149622" y="115248"/>
                  <a:pt x="149622" y="123825"/>
                </a:cubicBezTo>
                <a:lnTo>
                  <a:pt x="149622" y="196056"/>
                </a:lnTo>
                <a:cubicBezTo>
                  <a:pt x="149622" y="204634"/>
                  <a:pt x="156523" y="211534"/>
                  <a:pt x="165100" y="211534"/>
                </a:cubicBezTo>
                <a:cubicBezTo>
                  <a:pt x="173677" y="211534"/>
                  <a:pt x="180578" y="204634"/>
                  <a:pt x="180578" y="196056"/>
                </a:cubicBezTo>
                <a:lnTo>
                  <a:pt x="180578" y="123825"/>
                </a:lnTo>
                <a:cubicBezTo>
                  <a:pt x="180578" y="115248"/>
                  <a:pt x="173677" y="108347"/>
                  <a:pt x="165100" y="108347"/>
                </a:cubicBezTo>
                <a:close/>
                <a:moveTo>
                  <a:pt x="182319" y="247650"/>
                </a:moveTo>
                <a:cubicBezTo>
                  <a:pt x="182711" y="241258"/>
                  <a:pt x="179524" y="235177"/>
                  <a:pt x="174044" y="231863"/>
                </a:cubicBezTo>
                <a:cubicBezTo>
                  <a:pt x="168565" y="228549"/>
                  <a:pt x="161699" y="228549"/>
                  <a:pt x="156220" y="231863"/>
                </a:cubicBezTo>
                <a:cubicBezTo>
                  <a:pt x="150741" y="235177"/>
                  <a:pt x="147553" y="241258"/>
                  <a:pt x="147945" y="247650"/>
                </a:cubicBezTo>
                <a:cubicBezTo>
                  <a:pt x="147553" y="254042"/>
                  <a:pt x="150741" y="260123"/>
                  <a:pt x="156220" y="263437"/>
                </a:cubicBezTo>
                <a:cubicBezTo>
                  <a:pt x="161699" y="266751"/>
                  <a:pt x="168565" y="266751"/>
                  <a:pt x="174044" y="263437"/>
                </a:cubicBezTo>
                <a:cubicBezTo>
                  <a:pt x="179524" y="260123"/>
                  <a:pt x="182711" y="254042"/>
                  <a:pt x="182319" y="247650"/>
                </a:cubicBezTo>
                <a:close/>
              </a:path>
            </a:pathLst>
          </a:custGeom>
          <a:solidFill>
            <a:srgbClr val="8E44AD"/>
          </a:solidFill>
          <a:ln/>
        </p:spPr>
      </p:sp>
      <p:sp>
        <p:nvSpPr>
          <p:cNvPr id="23" name="Text 21"/>
          <p:cNvSpPr/>
          <p:nvPr/>
        </p:nvSpPr>
        <p:spPr>
          <a:xfrm>
            <a:off x="1346200" y="4826000"/>
            <a:ext cx="6146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Notes become difficult to manage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5000" y="5588000"/>
            <a:ext cx="7112000" cy="635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5" name="Shape 23"/>
          <p:cNvSpPr/>
          <p:nvPr/>
        </p:nvSpPr>
        <p:spPr>
          <a:xfrm>
            <a:off x="635000" y="5588000"/>
            <a:ext cx="63500" cy="6350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6" name="Shape 24"/>
          <p:cNvSpPr/>
          <p:nvPr/>
        </p:nvSpPr>
        <p:spPr>
          <a:xfrm>
            <a:off x="889000" y="57404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98222" y="38695"/>
                </a:moveTo>
                <a:cubicBezTo>
                  <a:pt x="128017" y="-12898"/>
                  <a:pt x="202505" y="-12898"/>
                  <a:pt x="232301" y="38695"/>
                </a:cubicBezTo>
                <a:lnTo>
                  <a:pt x="256356" y="80357"/>
                </a:lnTo>
                <a:lnTo>
                  <a:pt x="274221" y="70039"/>
                </a:lnTo>
                <a:cubicBezTo>
                  <a:pt x="279638" y="66878"/>
                  <a:pt x="286410" y="67330"/>
                  <a:pt x="291376" y="71135"/>
                </a:cubicBezTo>
                <a:cubicBezTo>
                  <a:pt x="296342" y="74940"/>
                  <a:pt x="298534" y="81389"/>
                  <a:pt x="296922" y="87451"/>
                </a:cubicBezTo>
                <a:lnTo>
                  <a:pt x="281766" y="143818"/>
                </a:lnTo>
                <a:cubicBezTo>
                  <a:pt x="279574" y="152073"/>
                  <a:pt x="271061" y="156974"/>
                  <a:pt x="262806" y="154781"/>
                </a:cubicBezTo>
                <a:lnTo>
                  <a:pt x="206439" y="139690"/>
                </a:lnTo>
                <a:cubicBezTo>
                  <a:pt x="200377" y="138078"/>
                  <a:pt x="195927" y="132983"/>
                  <a:pt x="195089" y="126792"/>
                </a:cubicBezTo>
                <a:cubicBezTo>
                  <a:pt x="194250" y="120600"/>
                  <a:pt x="197282" y="114474"/>
                  <a:pt x="202699" y="111378"/>
                </a:cubicBezTo>
                <a:lnTo>
                  <a:pt x="220563" y="101059"/>
                </a:lnTo>
                <a:lnTo>
                  <a:pt x="196508" y="59397"/>
                </a:lnTo>
                <a:cubicBezTo>
                  <a:pt x="182577" y="35342"/>
                  <a:pt x="147881" y="35342"/>
                  <a:pt x="133950" y="59397"/>
                </a:cubicBezTo>
                <a:lnTo>
                  <a:pt x="130532" y="65266"/>
                </a:lnTo>
                <a:cubicBezTo>
                  <a:pt x="124857" y="75133"/>
                  <a:pt x="112216" y="78487"/>
                  <a:pt x="102349" y="72812"/>
                </a:cubicBezTo>
                <a:cubicBezTo>
                  <a:pt x="92482" y="67136"/>
                  <a:pt x="89128" y="54496"/>
                  <a:pt x="94804" y="44564"/>
                </a:cubicBezTo>
                <a:lnTo>
                  <a:pt x="98222" y="38695"/>
                </a:lnTo>
                <a:close/>
                <a:moveTo>
                  <a:pt x="290021" y="179998"/>
                </a:moveTo>
                <a:cubicBezTo>
                  <a:pt x="299889" y="174322"/>
                  <a:pt x="312529" y="177676"/>
                  <a:pt x="318204" y="187543"/>
                </a:cubicBezTo>
                <a:lnTo>
                  <a:pt x="321623" y="193412"/>
                </a:lnTo>
                <a:cubicBezTo>
                  <a:pt x="351418" y="245006"/>
                  <a:pt x="314206" y="309498"/>
                  <a:pt x="254615" y="309498"/>
                </a:cubicBezTo>
                <a:lnTo>
                  <a:pt x="206504" y="309498"/>
                </a:lnTo>
                <a:lnTo>
                  <a:pt x="206504" y="330136"/>
                </a:lnTo>
                <a:cubicBezTo>
                  <a:pt x="206504" y="336391"/>
                  <a:pt x="202763" y="342067"/>
                  <a:pt x="196959" y="344453"/>
                </a:cubicBezTo>
                <a:cubicBezTo>
                  <a:pt x="191155" y="346839"/>
                  <a:pt x="184512" y="345549"/>
                  <a:pt x="180062" y="341099"/>
                </a:cubicBezTo>
                <a:lnTo>
                  <a:pt x="138787" y="299824"/>
                </a:lnTo>
                <a:cubicBezTo>
                  <a:pt x="132725" y="293762"/>
                  <a:pt x="132725" y="283959"/>
                  <a:pt x="138787" y="277961"/>
                </a:cubicBezTo>
                <a:lnTo>
                  <a:pt x="180062" y="236686"/>
                </a:lnTo>
                <a:cubicBezTo>
                  <a:pt x="184512" y="232236"/>
                  <a:pt x="191155" y="230947"/>
                  <a:pt x="196959" y="233333"/>
                </a:cubicBezTo>
                <a:cubicBezTo>
                  <a:pt x="202763" y="235719"/>
                  <a:pt x="206504" y="241394"/>
                  <a:pt x="206504" y="247650"/>
                </a:cubicBezTo>
                <a:lnTo>
                  <a:pt x="206504" y="268288"/>
                </a:lnTo>
                <a:lnTo>
                  <a:pt x="254615" y="268288"/>
                </a:lnTo>
                <a:cubicBezTo>
                  <a:pt x="282411" y="268288"/>
                  <a:pt x="299824" y="238170"/>
                  <a:pt x="285894" y="214114"/>
                </a:cubicBezTo>
                <a:lnTo>
                  <a:pt x="282476" y="208245"/>
                </a:lnTo>
                <a:cubicBezTo>
                  <a:pt x="276800" y="198378"/>
                  <a:pt x="280154" y="185738"/>
                  <a:pt x="290021" y="180062"/>
                </a:cubicBezTo>
                <a:close/>
                <a:moveTo>
                  <a:pt x="32891" y="151815"/>
                </a:moveTo>
                <a:lnTo>
                  <a:pt x="15027" y="141496"/>
                </a:lnTo>
                <a:cubicBezTo>
                  <a:pt x="9609" y="138336"/>
                  <a:pt x="6578" y="132273"/>
                  <a:pt x="7417" y="126082"/>
                </a:cubicBezTo>
                <a:cubicBezTo>
                  <a:pt x="8255" y="119891"/>
                  <a:pt x="12705" y="114796"/>
                  <a:pt x="18767" y="113184"/>
                </a:cubicBezTo>
                <a:lnTo>
                  <a:pt x="75133" y="98028"/>
                </a:lnTo>
                <a:cubicBezTo>
                  <a:pt x="83388" y="95835"/>
                  <a:pt x="91901" y="100737"/>
                  <a:pt x="94094" y="108992"/>
                </a:cubicBezTo>
                <a:lnTo>
                  <a:pt x="109185" y="165358"/>
                </a:lnTo>
                <a:cubicBezTo>
                  <a:pt x="110798" y="171420"/>
                  <a:pt x="108605" y="177805"/>
                  <a:pt x="103639" y="181674"/>
                </a:cubicBezTo>
                <a:cubicBezTo>
                  <a:pt x="98673" y="185544"/>
                  <a:pt x="91901" y="185931"/>
                  <a:pt x="86484" y="182771"/>
                </a:cubicBezTo>
                <a:lnTo>
                  <a:pt x="68620" y="172452"/>
                </a:lnTo>
                <a:lnTo>
                  <a:pt x="44564" y="214114"/>
                </a:lnTo>
                <a:cubicBezTo>
                  <a:pt x="30634" y="238170"/>
                  <a:pt x="48047" y="268288"/>
                  <a:pt x="75843" y="268288"/>
                </a:cubicBezTo>
                <a:lnTo>
                  <a:pt x="82679" y="268288"/>
                </a:lnTo>
                <a:cubicBezTo>
                  <a:pt x="94094" y="268288"/>
                  <a:pt x="103316" y="277510"/>
                  <a:pt x="103316" y="288925"/>
                </a:cubicBezTo>
                <a:cubicBezTo>
                  <a:pt x="103316" y="300340"/>
                  <a:pt x="94094" y="309563"/>
                  <a:pt x="82679" y="309563"/>
                </a:cubicBezTo>
                <a:lnTo>
                  <a:pt x="75843" y="309563"/>
                </a:lnTo>
                <a:cubicBezTo>
                  <a:pt x="16317" y="309563"/>
                  <a:pt x="-20895" y="245070"/>
                  <a:pt x="8900" y="193477"/>
                </a:cubicBezTo>
                <a:lnTo>
                  <a:pt x="32891" y="151815"/>
                </a:lnTo>
                <a:close/>
              </a:path>
            </a:pathLst>
          </a:custGeom>
          <a:solidFill>
            <a:srgbClr val="27AE60"/>
          </a:solidFill>
          <a:ln/>
        </p:spPr>
      </p:sp>
      <p:sp>
        <p:nvSpPr>
          <p:cNvPr id="27" name="Text 25"/>
          <p:cNvSpPr/>
          <p:nvPr/>
        </p:nvSpPr>
        <p:spPr>
          <a:xfrm>
            <a:off x="1346200" y="5588000"/>
            <a:ext cx="6146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is not always reusable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82000" y="2540000"/>
            <a:ext cx="7239000" cy="3683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9" name="Shape 27"/>
          <p:cNvSpPr/>
          <p:nvPr/>
        </p:nvSpPr>
        <p:spPr>
          <a:xfrm>
            <a:off x="11442700" y="3429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444500" y="0"/>
                </a:moveTo>
                <a:cubicBezTo>
                  <a:pt x="514548" y="0"/>
                  <a:pt x="571500" y="42664"/>
                  <a:pt x="571500" y="95250"/>
                </a:cubicBezTo>
                <a:cubicBezTo>
                  <a:pt x="571500" y="115888"/>
                  <a:pt x="562769" y="134938"/>
                  <a:pt x="547688" y="150614"/>
                </a:cubicBezTo>
                <a:cubicBezTo>
                  <a:pt x="534591" y="164306"/>
                  <a:pt x="523875" y="180975"/>
                  <a:pt x="523875" y="200025"/>
                </a:cubicBezTo>
                <a:cubicBezTo>
                  <a:pt x="523875" y="229791"/>
                  <a:pt x="548084" y="254000"/>
                  <a:pt x="577850" y="254000"/>
                </a:cubicBezTo>
                <a:lnTo>
                  <a:pt x="666750" y="254000"/>
                </a:lnTo>
                <a:cubicBezTo>
                  <a:pt x="719336" y="254000"/>
                  <a:pt x="762000" y="296664"/>
                  <a:pt x="762000" y="349250"/>
                </a:cubicBezTo>
                <a:lnTo>
                  <a:pt x="762000" y="438150"/>
                </a:lnTo>
                <a:cubicBezTo>
                  <a:pt x="762000" y="467916"/>
                  <a:pt x="786209" y="492125"/>
                  <a:pt x="815975" y="492125"/>
                </a:cubicBezTo>
                <a:cubicBezTo>
                  <a:pt x="834827" y="492125"/>
                  <a:pt x="851694" y="481409"/>
                  <a:pt x="865386" y="468313"/>
                </a:cubicBezTo>
                <a:cubicBezTo>
                  <a:pt x="881062" y="453430"/>
                  <a:pt x="900113" y="444500"/>
                  <a:pt x="920750" y="444500"/>
                </a:cubicBezTo>
                <a:cubicBezTo>
                  <a:pt x="973336" y="444500"/>
                  <a:pt x="1016000" y="501452"/>
                  <a:pt x="1016000" y="571500"/>
                </a:cubicBezTo>
                <a:cubicBezTo>
                  <a:pt x="1016000" y="641548"/>
                  <a:pt x="973336" y="698500"/>
                  <a:pt x="920750" y="698500"/>
                </a:cubicBezTo>
                <a:cubicBezTo>
                  <a:pt x="900113" y="698500"/>
                  <a:pt x="880864" y="689769"/>
                  <a:pt x="865386" y="674688"/>
                </a:cubicBezTo>
                <a:cubicBezTo>
                  <a:pt x="851694" y="661591"/>
                  <a:pt x="835025" y="650875"/>
                  <a:pt x="815975" y="650875"/>
                </a:cubicBezTo>
                <a:cubicBezTo>
                  <a:pt x="786209" y="650875"/>
                  <a:pt x="762000" y="675084"/>
                  <a:pt x="762000" y="704850"/>
                </a:cubicBezTo>
                <a:lnTo>
                  <a:pt x="762000" y="920750"/>
                </a:lnTo>
                <a:cubicBezTo>
                  <a:pt x="762000" y="973336"/>
                  <a:pt x="719336" y="1016000"/>
                  <a:pt x="666750" y="1016000"/>
                </a:cubicBezTo>
                <a:lnTo>
                  <a:pt x="554038" y="1016000"/>
                </a:lnTo>
                <a:cubicBezTo>
                  <a:pt x="528638" y="1016000"/>
                  <a:pt x="508000" y="995363"/>
                  <a:pt x="508000" y="969963"/>
                </a:cubicBezTo>
                <a:cubicBezTo>
                  <a:pt x="508000" y="951706"/>
                  <a:pt x="519509" y="935633"/>
                  <a:pt x="534194" y="924719"/>
                </a:cubicBezTo>
                <a:cubicBezTo>
                  <a:pt x="557213" y="907455"/>
                  <a:pt x="571500" y="883642"/>
                  <a:pt x="571500" y="857250"/>
                </a:cubicBezTo>
                <a:cubicBezTo>
                  <a:pt x="571500" y="804664"/>
                  <a:pt x="514548" y="762000"/>
                  <a:pt x="444500" y="762000"/>
                </a:cubicBezTo>
                <a:cubicBezTo>
                  <a:pt x="374452" y="762000"/>
                  <a:pt x="317500" y="804664"/>
                  <a:pt x="317500" y="857250"/>
                </a:cubicBezTo>
                <a:cubicBezTo>
                  <a:pt x="317500" y="883642"/>
                  <a:pt x="331788" y="907455"/>
                  <a:pt x="354806" y="924719"/>
                </a:cubicBezTo>
                <a:cubicBezTo>
                  <a:pt x="369491" y="935633"/>
                  <a:pt x="381000" y="951508"/>
                  <a:pt x="381000" y="969963"/>
                </a:cubicBezTo>
                <a:cubicBezTo>
                  <a:pt x="381000" y="995363"/>
                  <a:pt x="360363" y="1016000"/>
                  <a:pt x="334963" y="1016000"/>
                </a:cubicBezTo>
                <a:lnTo>
                  <a:pt x="95250" y="1016000"/>
                </a:lnTo>
                <a:cubicBezTo>
                  <a:pt x="42664" y="1016000"/>
                  <a:pt x="0" y="973336"/>
                  <a:pt x="0" y="920750"/>
                </a:cubicBezTo>
                <a:lnTo>
                  <a:pt x="0" y="681038"/>
                </a:lnTo>
                <a:cubicBezTo>
                  <a:pt x="0" y="655638"/>
                  <a:pt x="20638" y="635000"/>
                  <a:pt x="46037" y="635000"/>
                </a:cubicBezTo>
                <a:cubicBezTo>
                  <a:pt x="64294" y="635000"/>
                  <a:pt x="80367" y="646509"/>
                  <a:pt x="91281" y="661194"/>
                </a:cubicBezTo>
                <a:cubicBezTo>
                  <a:pt x="108545" y="684213"/>
                  <a:pt x="132358" y="698500"/>
                  <a:pt x="158750" y="698500"/>
                </a:cubicBezTo>
                <a:cubicBezTo>
                  <a:pt x="211336" y="698500"/>
                  <a:pt x="254000" y="641548"/>
                  <a:pt x="254000" y="571500"/>
                </a:cubicBezTo>
                <a:cubicBezTo>
                  <a:pt x="254000" y="501452"/>
                  <a:pt x="211336" y="444500"/>
                  <a:pt x="158750" y="444500"/>
                </a:cubicBezTo>
                <a:cubicBezTo>
                  <a:pt x="132358" y="444500"/>
                  <a:pt x="108545" y="458787"/>
                  <a:pt x="91281" y="481806"/>
                </a:cubicBezTo>
                <a:cubicBezTo>
                  <a:pt x="80367" y="496491"/>
                  <a:pt x="64492" y="508000"/>
                  <a:pt x="46037" y="508000"/>
                </a:cubicBezTo>
                <a:cubicBezTo>
                  <a:pt x="20637" y="508000"/>
                  <a:pt x="0" y="487362"/>
                  <a:pt x="0" y="461963"/>
                </a:cubicBezTo>
                <a:lnTo>
                  <a:pt x="0" y="349250"/>
                </a:lnTo>
                <a:cubicBezTo>
                  <a:pt x="0" y="296664"/>
                  <a:pt x="42664" y="254000"/>
                  <a:pt x="95250" y="254000"/>
                </a:cubicBezTo>
                <a:lnTo>
                  <a:pt x="311150" y="254000"/>
                </a:lnTo>
                <a:cubicBezTo>
                  <a:pt x="340916" y="254000"/>
                  <a:pt x="365125" y="229791"/>
                  <a:pt x="365125" y="200025"/>
                </a:cubicBezTo>
                <a:cubicBezTo>
                  <a:pt x="365125" y="181173"/>
                  <a:pt x="354409" y="164306"/>
                  <a:pt x="341313" y="150614"/>
                </a:cubicBezTo>
                <a:cubicBezTo>
                  <a:pt x="326430" y="134938"/>
                  <a:pt x="317500" y="115888"/>
                  <a:pt x="317500" y="95250"/>
                </a:cubicBezTo>
                <a:cubicBezTo>
                  <a:pt x="317500" y="42664"/>
                  <a:pt x="374452" y="0"/>
                  <a:pt x="444500" y="0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30" name="Text 28"/>
          <p:cNvSpPr/>
          <p:nvPr/>
        </p:nvSpPr>
        <p:spPr>
          <a:xfrm>
            <a:off x="9017000" y="4699000"/>
            <a:ext cx="596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spc="200" kern="0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ISSUE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763000" y="5143500"/>
            <a:ext cx="647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exists, but it is not organized in a connected way.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9000"/>
            <a:ext cx="16256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0"/>
            <a:ext cx="1498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SOLUTION — NOTEROOTAI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35000" y="1168400"/>
            <a:ext cx="1498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3D5A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NoteRootAI solves this by creating a </a:t>
            </a:r>
            <a:pPr>
              <a:lnSpc>
                <a:spcPct val="100000"/>
              </a:lnSpc>
            </a:pPr>
            <a:r>
              <a:rPr lang="en-US" sz="1800" b="1" dirty="0">
                <a:solidFill>
                  <a:srgbClr val="3D5A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connected knowledge workspace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3D5A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5000" y="1714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spc="200" kern="0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 ALLOWS USERS TO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5000" y="2159000"/>
            <a:ext cx="7112000" cy="5334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8" name="Shape 6"/>
          <p:cNvSpPr/>
          <p:nvPr/>
        </p:nvSpPr>
        <p:spPr>
          <a:xfrm>
            <a:off x="635000" y="2159000"/>
            <a:ext cx="63500" cy="5334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9" name="Shape 7"/>
          <p:cNvSpPr/>
          <p:nvPr/>
        </p:nvSpPr>
        <p:spPr>
          <a:xfrm>
            <a:off x="911225" y="22479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311150" y="142935"/>
                </a:moveTo>
                <a:cubicBezTo>
                  <a:pt x="300871" y="149741"/>
                  <a:pt x="289064" y="155228"/>
                  <a:pt x="276771" y="159603"/>
                </a:cubicBezTo>
                <a:cubicBezTo>
                  <a:pt x="244128" y="171271"/>
                  <a:pt x="201275" y="177800"/>
                  <a:pt x="155575" y="177800"/>
                </a:cubicBezTo>
                <a:cubicBezTo>
                  <a:pt x="109875" y="177800"/>
                  <a:pt x="66953" y="171202"/>
                  <a:pt x="34379" y="159603"/>
                </a:cubicBezTo>
                <a:cubicBezTo>
                  <a:pt x="22156" y="155228"/>
                  <a:pt x="10279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69661" y="255587"/>
                  <a:pt x="155575" y="255587"/>
                </a:cubicBezTo>
                <a:cubicBezTo>
                  <a:pt x="241489" y="255587"/>
                  <a:pt x="311150" y="230723"/>
                  <a:pt x="311150" y="200025"/>
                </a:cubicBezTo>
                <a:lnTo>
                  <a:pt x="311150" y="142935"/>
                </a:lnTo>
                <a:close/>
                <a:moveTo>
                  <a:pt x="311150" y="88900"/>
                </a:moveTo>
                <a:lnTo>
                  <a:pt x="311150" y="55563"/>
                </a:lnTo>
                <a:cubicBezTo>
                  <a:pt x="311150" y="24864"/>
                  <a:pt x="241489" y="0"/>
                  <a:pt x="155575" y="0"/>
                </a:cubicBezTo>
                <a:cubicBezTo>
                  <a:pt x="69661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69661" y="144463"/>
                  <a:pt x="155575" y="144463"/>
                </a:cubicBezTo>
                <a:cubicBezTo>
                  <a:pt x="241489" y="144463"/>
                  <a:pt x="311150" y="119598"/>
                  <a:pt x="311150" y="88900"/>
                </a:cubicBezTo>
                <a:close/>
                <a:moveTo>
                  <a:pt x="276771" y="270728"/>
                </a:moveTo>
                <a:cubicBezTo>
                  <a:pt x="244197" y="282327"/>
                  <a:pt x="201345" y="288925"/>
                  <a:pt x="155575" y="288925"/>
                </a:cubicBezTo>
                <a:cubicBezTo>
                  <a:pt x="109805" y="288925"/>
                  <a:pt x="66953" y="282327"/>
                  <a:pt x="34379" y="270728"/>
                </a:cubicBezTo>
                <a:cubicBezTo>
                  <a:pt x="22156" y="266353"/>
                  <a:pt x="10279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69661" y="355600"/>
                  <a:pt x="155575" y="355600"/>
                </a:cubicBezTo>
                <a:cubicBezTo>
                  <a:pt x="241489" y="355600"/>
                  <a:pt x="311150" y="330736"/>
                  <a:pt x="311150" y="300038"/>
                </a:cubicBezTo>
                <a:lnTo>
                  <a:pt x="311150" y="254060"/>
                </a:lnTo>
                <a:cubicBezTo>
                  <a:pt x="300871" y="260866"/>
                  <a:pt x="289064" y="266353"/>
                  <a:pt x="276771" y="270728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159000"/>
            <a:ext cx="6121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Store and organize knowledge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5000" y="2819400"/>
            <a:ext cx="7112000" cy="5334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35000" y="2819400"/>
            <a:ext cx="63500" cy="533400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3" name="Shape 11"/>
          <p:cNvSpPr/>
          <p:nvPr/>
        </p:nvSpPr>
        <p:spPr>
          <a:xfrm>
            <a:off x="866775" y="29083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91356" y="66675"/>
                </a:moveTo>
                <a:cubicBezTo>
                  <a:pt x="279827" y="66675"/>
                  <a:pt x="268645" y="69800"/>
                  <a:pt x="258852" y="75496"/>
                </a:cubicBezTo>
                <a:cubicBezTo>
                  <a:pt x="247878" y="64383"/>
                  <a:pt x="235099" y="55076"/>
                  <a:pt x="221000" y="48062"/>
                </a:cubicBezTo>
                <a:cubicBezTo>
                  <a:pt x="240586" y="31393"/>
                  <a:pt x="265519" y="22225"/>
                  <a:pt x="291356" y="22225"/>
                </a:cubicBezTo>
                <a:cubicBezTo>
                  <a:pt x="351363" y="22225"/>
                  <a:pt x="400050" y="70842"/>
                  <a:pt x="400050" y="130919"/>
                </a:cubicBezTo>
                <a:cubicBezTo>
                  <a:pt x="400050" y="159742"/>
                  <a:pt x="388590" y="187385"/>
                  <a:pt x="368240" y="207734"/>
                </a:cubicBezTo>
                <a:lnTo>
                  <a:pt x="318859" y="257115"/>
                </a:lnTo>
                <a:cubicBezTo>
                  <a:pt x="298510" y="277465"/>
                  <a:pt x="270867" y="288925"/>
                  <a:pt x="242044" y="288925"/>
                </a:cubicBezTo>
                <a:cubicBezTo>
                  <a:pt x="182037" y="288925"/>
                  <a:pt x="133350" y="240308"/>
                  <a:pt x="133350" y="180231"/>
                </a:cubicBezTo>
                <a:cubicBezTo>
                  <a:pt x="133350" y="179189"/>
                  <a:pt x="133350" y="178147"/>
                  <a:pt x="133419" y="177105"/>
                </a:cubicBezTo>
                <a:cubicBezTo>
                  <a:pt x="133767" y="164812"/>
                  <a:pt x="143976" y="155158"/>
                  <a:pt x="156270" y="155506"/>
                </a:cubicBezTo>
                <a:cubicBezTo>
                  <a:pt x="168563" y="155853"/>
                  <a:pt x="178217" y="166062"/>
                  <a:pt x="177869" y="178356"/>
                </a:cubicBezTo>
                <a:cubicBezTo>
                  <a:pt x="177869" y="178981"/>
                  <a:pt x="177869" y="179606"/>
                  <a:pt x="177869" y="180161"/>
                </a:cubicBezTo>
                <a:cubicBezTo>
                  <a:pt x="177869" y="215652"/>
                  <a:pt x="206623" y="244406"/>
                  <a:pt x="242114" y="244406"/>
                </a:cubicBezTo>
                <a:cubicBezTo>
                  <a:pt x="259130" y="244406"/>
                  <a:pt x="275451" y="237669"/>
                  <a:pt x="287536" y="225584"/>
                </a:cubicBezTo>
                <a:lnTo>
                  <a:pt x="336917" y="176203"/>
                </a:lnTo>
                <a:cubicBezTo>
                  <a:pt x="348933" y="164187"/>
                  <a:pt x="355739" y="147796"/>
                  <a:pt x="355739" y="130780"/>
                </a:cubicBezTo>
                <a:cubicBezTo>
                  <a:pt x="355739" y="95290"/>
                  <a:pt x="326985" y="66536"/>
                  <a:pt x="291495" y="66536"/>
                </a:cubicBezTo>
                <a:close/>
                <a:moveTo>
                  <a:pt x="191135" y="120362"/>
                </a:moveTo>
                <a:cubicBezTo>
                  <a:pt x="189815" y="119807"/>
                  <a:pt x="188496" y="119043"/>
                  <a:pt x="187315" y="118209"/>
                </a:cubicBezTo>
                <a:cubicBezTo>
                  <a:pt x="178564" y="113695"/>
                  <a:pt x="168563" y="111125"/>
                  <a:pt x="158075" y="111125"/>
                </a:cubicBezTo>
                <a:cubicBezTo>
                  <a:pt x="141059" y="111125"/>
                  <a:pt x="124738" y="117862"/>
                  <a:pt x="112653" y="129947"/>
                </a:cubicBezTo>
                <a:lnTo>
                  <a:pt x="63272" y="179328"/>
                </a:lnTo>
                <a:cubicBezTo>
                  <a:pt x="51256" y="191343"/>
                  <a:pt x="44450" y="207734"/>
                  <a:pt x="44450" y="224750"/>
                </a:cubicBezTo>
                <a:cubicBezTo>
                  <a:pt x="44450" y="260241"/>
                  <a:pt x="73204" y="288994"/>
                  <a:pt x="108694" y="288994"/>
                </a:cubicBezTo>
                <a:cubicBezTo>
                  <a:pt x="120154" y="288994"/>
                  <a:pt x="131336" y="285939"/>
                  <a:pt x="141129" y="280243"/>
                </a:cubicBezTo>
                <a:cubicBezTo>
                  <a:pt x="152102" y="291356"/>
                  <a:pt x="164882" y="300663"/>
                  <a:pt x="179050" y="307677"/>
                </a:cubicBezTo>
                <a:cubicBezTo>
                  <a:pt x="159464" y="324277"/>
                  <a:pt x="134600" y="333514"/>
                  <a:pt x="108694" y="333514"/>
                </a:cubicBezTo>
                <a:cubicBezTo>
                  <a:pt x="48687" y="333514"/>
                  <a:pt x="0" y="284897"/>
                  <a:pt x="0" y="224820"/>
                </a:cubicBezTo>
                <a:cubicBezTo>
                  <a:pt x="0" y="195997"/>
                  <a:pt x="11460" y="168354"/>
                  <a:pt x="31810" y="148005"/>
                </a:cubicBezTo>
                <a:lnTo>
                  <a:pt x="81191" y="98623"/>
                </a:lnTo>
                <a:cubicBezTo>
                  <a:pt x="101540" y="78274"/>
                  <a:pt x="129183" y="66814"/>
                  <a:pt x="158006" y="66814"/>
                </a:cubicBezTo>
                <a:cubicBezTo>
                  <a:pt x="218152" y="66814"/>
                  <a:pt x="266700" y="115848"/>
                  <a:pt x="266700" y="175786"/>
                </a:cubicBezTo>
                <a:cubicBezTo>
                  <a:pt x="266700" y="176689"/>
                  <a:pt x="266700" y="177592"/>
                  <a:pt x="266700" y="178495"/>
                </a:cubicBezTo>
                <a:cubicBezTo>
                  <a:pt x="266422" y="190788"/>
                  <a:pt x="256213" y="200442"/>
                  <a:pt x="243919" y="200164"/>
                </a:cubicBezTo>
                <a:cubicBezTo>
                  <a:pt x="231626" y="199886"/>
                  <a:pt x="221972" y="189676"/>
                  <a:pt x="222250" y="177383"/>
                </a:cubicBezTo>
                <a:cubicBezTo>
                  <a:pt x="222250" y="176828"/>
                  <a:pt x="222250" y="176341"/>
                  <a:pt x="222250" y="175786"/>
                </a:cubicBezTo>
                <a:cubicBezTo>
                  <a:pt x="222250" y="152380"/>
                  <a:pt x="209748" y="131822"/>
                  <a:pt x="191135" y="120501"/>
                </a:cubicBezTo>
                <a:close/>
              </a:path>
            </a:pathLst>
          </a:custGeom>
          <a:solidFill>
            <a:srgbClr val="3D5A80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2819400"/>
            <a:ext cx="6121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Link related notes and documents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5000" y="3479800"/>
            <a:ext cx="7112000" cy="5334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6" name="Shape 14"/>
          <p:cNvSpPr/>
          <p:nvPr/>
        </p:nvSpPr>
        <p:spPr>
          <a:xfrm>
            <a:off x="635000" y="3479800"/>
            <a:ext cx="63500" cy="5334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7" name="Shape 15"/>
          <p:cNvSpPr/>
          <p:nvPr/>
        </p:nvSpPr>
        <p:spPr>
          <a:xfrm>
            <a:off x="889000" y="35687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55563"/>
                </a:moveTo>
                <a:cubicBezTo>
                  <a:pt x="0" y="37157"/>
                  <a:pt x="14932" y="22225"/>
                  <a:pt x="33337" y="22225"/>
                </a:cubicBezTo>
                <a:lnTo>
                  <a:pt x="100013" y="22225"/>
                </a:lnTo>
                <a:cubicBezTo>
                  <a:pt x="118418" y="22225"/>
                  <a:pt x="133350" y="37157"/>
                  <a:pt x="133350" y="55563"/>
                </a:cubicBezTo>
                <a:lnTo>
                  <a:pt x="133350" y="66675"/>
                </a:lnTo>
                <a:lnTo>
                  <a:pt x="222250" y="66675"/>
                </a:lnTo>
                <a:lnTo>
                  <a:pt x="222250" y="55563"/>
                </a:lnTo>
                <a:cubicBezTo>
                  <a:pt x="222250" y="37157"/>
                  <a:pt x="237182" y="22225"/>
                  <a:pt x="255587" y="22225"/>
                </a:cubicBezTo>
                <a:lnTo>
                  <a:pt x="322263" y="22225"/>
                </a:lnTo>
                <a:cubicBezTo>
                  <a:pt x="340668" y="22225"/>
                  <a:pt x="355600" y="37157"/>
                  <a:pt x="355600" y="55563"/>
                </a:cubicBezTo>
                <a:lnTo>
                  <a:pt x="355600" y="122238"/>
                </a:lnTo>
                <a:cubicBezTo>
                  <a:pt x="355600" y="140643"/>
                  <a:pt x="340668" y="155575"/>
                  <a:pt x="322263" y="155575"/>
                </a:cubicBezTo>
                <a:lnTo>
                  <a:pt x="255587" y="155575"/>
                </a:lnTo>
                <a:cubicBezTo>
                  <a:pt x="237182" y="155575"/>
                  <a:pt x="222250" y="140643"/>
                  <a:pt x="222250" y="122238"/>
                </a:cubicBezTo>
                <a:lnTo>
                  <a:pt x="222250" y="111125"/>
                </a:lnTo>
                <a:lnTo>
                  <a:pt x="133350" y="111125"/>
                </a:lnTo>
                <a:lnTo>
                  <a:pt x="133350" y="122238"/>
                </a:lnTo>
                <a:cubicBezTo>
                  <a:pt x="133350" y="127308"/>
                  <a:pt x="132169" y="132169"/>
                  <a:pt x="130155" y="136475"/>
                </a:cubicBezTo>
                <a:lnTo>
                  <a:pt x="177800" y="200025"/>
                </a:lnTo>
                <a:lnTo>
                  <a:pt x="233363" y="200025"/>
                </a:lnTo>
                <a:cubicBezTo>
                  <a:pt x="251768" y="200025"/>
                  <a:pt x="266700" y="214957"/>
                  <a:pt x="266700" y="233363"/>
                </a:cubicBezTo>
                <a:lnTo>
                  <a:pt x="266700" y="300038"/>
                </a:lnTo>
                <a:cubicBezTo>
                  <a:pt x="266700" y="318443"/>
                  <a:pt x="251768" y="333375"/>
                  <a:pt x="233363" y="333375"/>
                </a:cubicBezTo>
                <a:lnTo>
                  <a:pt x="166688" y="333375"/>
                </a:lnTo>
                <a:cubicBezTo>
                  <a:pt x="148282" y="333375"/>
                  <a:pt x="133350" y="318443"/>
                  <a:pt x="133350" y="300038"/>
                </a:cubicBezTo>
                <a:lnTo>
                  <a:pt x="133350" y="233363"/>
                </a:lnTo>
                <a:cubicBezTo>
                  <a:pt x="133350" y="228292"/>
                  <a:pt x="134531" y="223431"/>
                  <a:pt x="136545" y="219125"/>
                </a:cubicBezTo>
                <a:lnTo>
                  <a:pt x="88900" y="155575"/>
                </a:lnTo>
                <a:lnTo>
                  <a:pt x="33337" y="155575"/>
                </a:lnTo>
                <a:cubicBezTo>
                  <a:pt x="14932" y="155575"/>
                  <a:pt x="0" y="140643"/>
                  <a:pt x="0" y="122238"/>
                </a:cubicBezTo>
                <a:lnTo>
                  <a:pt x="0" y="55563"/>
                </a:lnTo>
                <a:close/>
              </a:path>
            </a:pathLst>
          </a:custGeom>
          <a:solidFill>
            <a:srgbClr val="27AE60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3479800"/>
            <a:ext cx="6121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Explore knowledge visually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5000" y="4140200"/>
            <a:ext cx="7112000" cy="5334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5000" y="4140200"/>
            <a:ext cx="63500" cy="5334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1" name="Shape 19"/>
          <p:cNvSpPr/>
          <p:nvPr/>
        </p:nvSpPr>
        <p:spPr>
          <a:xfrm>
            <a:off x="844550" y="42291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44475" y="0"/>
                </a:moveTo>
                <a:cubicBezTo>
                  <a:pt x="244475" y="-12293"/>
                  <a:pt x="234543" y="-22225"/>
                  <a:pt x="222250" y="-22225"/>
                </a:cubicBezTo>
                <a:cubicBezTo>
                  <a:pt x="209957" y="-22225"/>
                  <a:pt x="200025" y="-12293"/>
                  <a:pt x="200025" y="0"/>
                </a:cubicBezTo>
                <a:lnTo>
                  <a:pt x="200025" y="44450"/>
                </a:lnTo>
                <a:lnTo>
                  <a:pt x="133350" y="44450"/>
                </a:lnTo>
                <a:cubicBezTo>
                  <a:pt x="96540" y="44450"/>
                  <a:pt x="66675" y="74315"/>
                  <a:pt x="66675" y="111125"/>
                </a:cubicBezTo>
                <a:lnTo>
                  <a:pt x="66675" y="266700"/>
                </a:lnTo>
                <a:cubicBezTo>
                  <a:pt x="66675" y="303510"/>
                  <a:pt x="96540" y="333375"/>
                  <a:pt x="133350" y="333375"/>
                </a:cubicBezTo>
                <a:lnTo>
                  <a:pt x="311150" y="333375"/>
                </a:lnTo>
                <a:cubicBezTo>
                  <a:pt x="347960" y="333375"/>
                  <a:pt x="377825" y="303510"/>
                  <a:pt x="377825" y="266700"/>
                </a:cubicBezTo>
                <a:lnTo>
                  <a:pt x="377825" y="111125"/>
                </a:lnTo>
                <a:cubicBezTo>
                  <a:pt x="377825" y="74315"/>
                  <a:pt x="347960" y="44450"/>
                  <a:pt x="311150" y="44450"/>
                </a:cubicBezTo>
                <a:lnTo>
                  <a:pt x="244475" y="44450"/>
                </a:lnTo>
                <a:lnTo>
                  <a:pt x="244475" y="0"/>
                </a:lnTo>
                <a:close/>
                <a:moveTo>
                  <a:pt x="111125" y="255587"/>
                </a:moveTo>
                <a:cubicBezTo>
                  <a:pt x="111125" y="246350"/>
                  <a:pt x="118556" y="238919"/>
                  <a:pt x="127794" y="238919"/>
                </a:cubicBezTo>
                <a:lnTo>
                  <a:pt x="150019" y="238919"/>
                </a:lnTo>
                <a:cubicBezTo>
                  <a:pt x="159256" y="238919"/>
                  <a:pt x="166688" y="246350"/>
                  <a:pt x="166688" y="255587"/>
                </a:cubicBezTo>
                <a:cubicBezTo>
                  <a:pt x="166688" y="264825"/>
                  <a:pt x="159256" y="272256"/>
                  <a:pt x="150019" y="272256"/>
                </a:cubicBezTo>
                <a:lnTo>
                  <a:pt x="127794" y="272256"/>
                </a:lnTo>
                <a:cubicBezTo>
                  <a:pt x="118556" y="272256"/>
                  <a:pt x="111125" y="264825"/>
                  <a:pt x="111125" y="255587"/>
                </a:cubicBezTo>
                <a:close/>
                <a:moveTo>
                  <a:pt x="194469" y="255587"/>
                </a:moveTo>
                <a:cubicBezTo>
                  <a:pt x="194469" y="246350"/>
                  <a:pt x="201900" y="238919"/>
                  <a:pt x="211138" y="238919"/>
                </a:cubicBezTo>
                <a:lnTo>
                  <a:pt x="233363" y="238919"/>
                </a:lnTo>
                <a:cubicBezTo>
                  <a:pt x="242600" y="238919"/>
                  <a:pt x="250031" y="246350"/>
                  <a:pt x="250031" y="255587"/>
                </a:cubicBezTo>
                <a:cubicBezTo>
                  <a:pt x="250031" y="264825"/>
                  <a:pt x="242600" y="272256"/>
                  <a:pt x="233363" y="272256"/>
                </a:cubicBezTo>
                <a:lnTo>
                  <a:pt x="211138" y="272256"/>
                </a:lnTo>
                <a:cubicBezTo>
                  <a:pt x="201900" y="272256"/>
                  <a:pt x="194469" y="264825"/>
                  <a:pt x="194469" y="255587"/>
                </a:cubicBezTo>
                <a:close/>
                <a:moveTo>
                  <a:pt x="277813" y="255587"/>
                </a:moveTo>
                <a:cubicBezTo>
                  <a:pt x="277813" y="246350"/>
                  <a:pt x="285244" y="238919"/>
                  <a:pt x="294481" y="238919"/>
                </a:cubicBezTo>
                <a:lnTo>
                  <a:pt x="316706" y="238919"/>
                </a:lnTo>
                <a:cubicBezTo>
                  <a:pt x="325944" y="238919"/>
                  <a:pt x="333375" y="246350"/>
                  <a:pt x="333375" y="255587"/>
                </a:cubicBezTo>
                <a:cubicBezTo>
                  <a:pt x="333375" y="264825"/>
                  <a:pt x="325944" y="272256"/>
                  <a:pt x="316706" y="272256"/>
                </a:cubicBezTo>
                <a:lnTo>
                  <a:pt x="294481" y="272256"/>
                </a:lnTo>
                <a:cubicBezTo>
                  <a:pt x="285244" y="272256"/>
                  <a:pt x="277813" y="264825"/>
                  <a:pt x="277813" y="255587"/>
                </a:cubicBezTo>
                <a:close/>
                <a:moveTo>
                  <a:pt x="155575" y="122238"/>
                </a:moveTo>
                <a:cubicBezTo>
                  <a:pt x="173974" y="122238"/>
                  <a:pt x="188913" y="137176"/>
                  <a:pt x="188913" y="155575"/>
                </a:cubicBezTo>
                <a:cubicBezTo>
                  <a:pt x="188913" y="173974"/>
                  <a:pt x="173974" y="188913"/>
                  <a:pt x="155575" y="188913"/>
                </a:cubicBezTo>
                <a:cubicBezTo>
                  <a:pt x="137176" y="188913"/>
                  <a:pt x="122238" y="173974"/>
                  <a:pt x="122238" y="155575"/>
                </a:cubicBezTo>
                <a:cubicBezTo>
                  <a:pt x="122238" y="137176"/>
                  <a:pt x="137176" y="122238"/>
                  <a:pt x="155575" y="122238"/>
                </a:cubicBezTo>
                <a:close/>
                <a:moveTo>
                  <a:pt x="255587" y="155575"/>
                </a:moveTo>
                <a:cubicBezTo>
                  <a:pt x="255587" y="137176"/>
                  <a:pt x="270526" y="122238"/>
                  <a:pt x="288925" y="122238"/>
                </a:cubicBezTo>
                <a:cubicBezTo>
                  <a:pt x="307324" y="122238"/>
                  <a:pt x="322263" y="137176"/>
                  <a:pt x="322263" y="155575"/>
                </a:cubicBezTo>
                <a:cubicBezTo>
                  <a:pt x="322263" y="173974"/>
                  <a:pt x="307324" y="188913"/>
                  <a:pt x="288925" y="188913"/>
                </a:cubicBezTo>
                <a:cubicBezTo>
                  <a:pt x="270526" y="188913"/>
                  <a:pt x="255587" y="173974"/>
                  <a:pt x="255587" y="155575"/>
                </a:cubicBezTo>
                <a:close/>
                <a:moveTo>
                  <a:pt x="44450" y="155575"/>
                </a:moveTo>
                <a:cubicBezTo>
                  <a:pt x="44450" y="143282"/>
                  <a:pt x="34518" y="133350"/>
                  <a:pt x="22225" y="133350"/>
                </a:cubicBezTo>
                <a:cubicBezTo>
                  <a:pt x="9932" y="133350"/>
                  <a:pt x="0" y="143282"/>
                  <a:pt x="0" y="155575"/>
                </a:cubicBezTo>
                <a:lnTo>
                  <a:pt x="0" y="222250"/>
                </a:lnTo>
                <a:cubicBezTo>
                  <a:pt x="0" y="234543"/>
                  <a:pt x="9932" y="244475"/>
                  <a:pt x="22225" y="244475"/>
                </a:cubicBezTo>
                <a:cubicBezTo>
                  <a:pt x="34518" y="244475"/>
                  <a:pt x="44450" y="234543"/>
                  <a:pt x="44450" y="222250"/>
                </a:cubicBezTo>
                <a:lnTo>
                  <a:pt x="44450" y="155575"/>
                </a:lnTo>
                <a:close/>
                <a:moveTo>
                  <a:pt x="422275" y="133350"/>
                </a:moveTo>
                <a:cubicBezTo>
                  <a:pt x="409982" y="133350"/>
                  <a:pt x="400050" y="143282"/>
                  <a:pt x="400050" y="155575"/>
                </a:cubicBezTo>
                <a:lnTo>
                  <a:pt x="400050" y="222250"/>
                </a:lnTo>
                <a:cubicBezTo>
                  <a:pt x="400050" y="234543"/>
                  <a:pt x="409982" y="244475"/>
                  <a:pt x="422275" y="244475"/>
                </a:cubicBezTo>
                <a:cubicBezTo>
                  <a:pt x="434568" y="244475"/>
                  <a:pt x="444500" y="234543"/>
                  <a:pt x="444500" y="222250"/>
                </a:cubicBezTo>
                <a:lnTo>
                  <a:pt x="444500" y="155575"/>
                </a:lnTo>
                <a:cubicBezTo>
                  <a:pt x="444500" y="143282"/>
                  <a:pt x="434568" y="133350"/>
                  <a:pt x="422275" y="133350"/>
                </a:cubicBezTo>
                <a:close/>
              </a:path>
            </a:pathLst>
          </a:custGeom>
          <a:solidFill>
            <a:srgbClr val="8E44AD"/>
          </a:solidFill>
          <a:ln/>
        </p:spPr>
      </p:sp>
      <p:sp>
        <p:nvSpPr>
          <p:cNvPr id="22" name="Text 20"/>
          <p:cNvSpPr/>
          <p:nvPr/>
        </p:nvSpPr>
        <p:spPr>
          <a:xfrm>
            <a:off x="1371600" y="4140200"/>
            <a:ext cx="6121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 with their content using AI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5000" y="4800600"/>
            <a:ext cx="7112000" cy="5334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4" name="Shape 22"/>
          <p:cNvSpPr/>
          <p:nvPr/>
        </p:nvSpPr>
        <p:spPr>
          <a:xfrm>
            <a:off x="635000" y="4800600"/>
            <a:ext cx="63500" cy="5334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5" name="Shape 23"/>
          <p:cNvSpPr/>
          <p:nvPr/>
        </p:nvSpPr>
        <p:spPr>
          <a:xfrm>
            <a:off x="889000" y="488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1479" y="3612"/>
                </a:moveTo>
                <a:cubicBezTo>
                  <a:pt x="171827" y="-1181"/>
                  <a:pt x="183773" y="-1181"/>
                  <a:pt x="194121" y="3612"/>
                </a:cubicBezTo>
                <a:lnTo>
                  <a:pt x="345946" y="73759"/>
                </a:lnTo>
                <a:cubicBezTo>
                  <a:pt x="351850" y="76468"/>
                  <a:pt x="355600" y="82371"/>
                  <a:pt x="355600" y="88900"/>
                </a:cubicBezTo>
                <a:cubicBezTo>
                  <a:pt x="355600" y="95429"/>
                  <a:pt x="351850" y="101332"/>
                  <a:pt x="345946" y="104041"/>
                </a:cubicBezTo>
                <a:lnTo>
                  <a:pt x="194121" y="174188"/>
                </a:lnTo>
                <a:cubicBezTo>
                  <a:pt x="183773" y="178981"/>
                  <a:pt x="171827" y="178981"/>
                  <a:pt x="161479" y="174188"/>
                </a:cubicBezTo>
                <a:lnTo>
                  <a:pt x="9654" y="104041"/>
                </a:lnTo>
                <a:cubicBezTo>
                  <a:pt x="3750" y="101263"/>
                  <a:pt x="0" y="95359"/>
                  <a:pt x="0" y="88900"/>
                </a:cubicBezTo>
                <a:cubicBezTo>
                  <a:pt x="0" y="82441"/>
                  <a:pt x="3750" y="76468"/>
                  <a:pt x="9654" y="73759"/>
                </a:cubicBezTo>
                <a:lnTo>
                  <a:pt x="161479" y="3612"/>
                </a:lnTo>
                <a:close/>
                <a:moveTo>
                  <a:pt x="33407" y="151686"/>
                </a:moveTo>
                <a:lnTo>
                  <a:pt x="147518" y="204401"/>
                </a:lnTo>
                <a:cubicBezTo>
                  <a:pt x="166757" y="213291"/>
                  <a:pt x="188913" y="213291"/>
                  <a:pt x="208151" y="204401"/>
                </a:cubicBezTo>
                <a:lnTo>
                  <a:pt x="322263" y="151686"/>
                </a:lnTo>
                <a:lnTo>
                  <a:pt x="345946" y="162659"/>
                </a:lnTo>
                <a:cubicBezTo>
                  <a:pt x="351850" y="165368"/>
                  <a:pt x="355600" y="171271"/>
                  <a:pt x="355600" y="177800"/>
                </a:cubicBezTo>
                <a:cubicBezTo>
                  <a:pt x="355600" y="184329"/>
                  <a:pt x="351850" y="190232"/>
                  <a:pt x="345946" y="192941"/>
                </a:cubicBezTo>
                <a:lnTo>
                  <a:pt x="194121" y="263088"/>
                </a:lnTo>
                <a:cubicBezTo>
                  <a:pt x="183773" y="267881"/>
                  <a:pt x="171827" y="267881"/>
                  <a:pt x="161479" y="263088"/>
                </a:cubicBezTo>
                <a:lnTo>
                  <a:pt x="9654" y="192941"/>
                </a:lnTo>
                <a:cubicBezTo>
                  <a:pt x="3750" y="190163"/>
                  <a:pt x="0" y="184259"/>
                  <a:pt x="0" y="177800"/>
                </a:cubicBezTo>
                <a:cubicBezTo>
                  <a:pt x="0" y="171341"/>
                  <a:pt x="3750" y="165368"/>
                  <a:pt x="9654" y="162659"/>
                </a:cubicBezTo>
                <a:lnTo>
                  <a:pt x="33337" y="151686"/>
                </a:lnTo>
                <a:close/>
                <a:moveTo>
                  <a:pt x="9654" y="251559"/>
                </a:moveTo>
                <a:lnTo>
                  <a:pt x="33337" y="240586"/>
                </a:lnTo>
                <a:lnTo>
                  <a:pt x="147449" y="293301"/>
                </a:lnTo>
                <a:cubicBezTo>
                  <a:pt x="166688" y="302191"/>
                  <a:pt x="188843" y="302191"/>
                  <a:pt x="208082" y="293301"/>
                </a:cubicBezTo>
                <a:lnTo>
                  <a:pt x="322193" y="240586"/>
                </a:lnTo>
                <a:lnTo>
                  <a:pt x="345877" y="251559"/>
                </a:lnTo>
                <a:cubicBezTo>
                  <a:pt x="351780" y="254268"/>
                  <a:pt x="355531" y="260171"/>
                  <a:pt x="355531" y="266700"/>
                </a:cubicBezTo>
                <a:cubicBezTo>
                  <a:pt x="355531" y="273229"/>
                  <a:pt x="351780" y="279132"/>
                  <a:pt x="345877" y="281841"/>
                </a:cubicBezTo>
                <a:lnTo>
                  <a:pt x="194052" y="351988"/>
                </a:lnTo>
                <a:cubicBezTo>
                  <a:pt x="183704" y="356781"/>
                  <a:pt x="171758" y="356781"/>
                  <a:pt x="161409" y="351988"/>
                </a:cubicBezTo>
                <a:lnTo>
                  <a:pt x="9654" y="281841"/>
                </a:lnTo>
                <a:cubicBezTo>
                  <a:pt x="3750" y="279063"/>
                  <a:pt x="0" y="273159"/>
                  <a:pt x="0" y="266700"/>
                </a:cubicBezTo>
                <a:cubicBezTo>
                  <a:pt x="0" y="260241"/>
                  <a:pt x="3750" y="254268"/>
                  <a:pt x="9654" y="251559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26" name="Text 24"/>
          <p:cNvSpPr/>
          <p:nvPr/>
        </p:nvSpPr>
        <p:spPr>
          <a:xfrm>
            <a:off x="1371600" y="4800600"/>
            <a:ext cx="6121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 everything from one platform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382000" y="2159000"/>
            <a:ext cx="7239000" cy="3683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74450" y="3429000"/>
            <a:ext cx="952500" cy="1270000"/>
          </a:xfrm>
          <a:custGeom>
            <a:avLst/>
            <a:gdLst/>
            <a:ahLst/>
            <a:cxnLst/>
            <a:rect l="l" t="t" r="r" b="b"/>
            <a:pathLst>
              <a:path w="952500" h="1270000">
                <a:moveTo>
                  <a:pt x="726529" y="952500"/>
                </a:moveTo>
                <a:cubicBezTo>
                  <a:pt x="744637" y="897186"/>
                  <a:pt x="780852" y="847080"/>
                  <a:pt x="821779" y="803920"/>
                </a:cubicBezTo>
                <a:cubicBezTo>
                  <a:pt x="902891" y="718592"/>
                  <a:pt x="952500" y="603250"/>
                  <a:pt x="952500" y="476250"/>
                </a:cubicBezTo>
                <a:cubicBezTo>
                  <a:pt x="952500" y="213320"/>
                  <a:pt x="739180" y="0"/>
                  <a:pt x="476250" y="0"/>
                </a:cubicBezTo>
                <a:cubicBezTo>
                  <a:pt x="213320" y="0"/>
                  <a:pt x="0" y="213320"/>
                  <a:pt x="0" y="476250"/>
                </a:cubicBezTo>
                <a:cubicBezTo>
                  <a:pt x="0" y="603250"/>
                  <a:pt x="49609" y="718592"/>
                  <a:pt x="130721" y="803920"/>
                </a:cubicBezTo>
                <a:cubicBezTo>
                  <a:pt x="171648" y="847080"/>
                  <a:pt x="208111" y="897186"/>
                  <a:pt x="225971" y="952500"/>
                </a:cubicBezTo>
                <a:lnTo>
                  <a:pt x="726281" y="952500"/>
                </a:lnTo>
                <a:close/>
                <a:moveTo>
                  <a:pt x="714375" y="1071563"/>
                </a:moveTo>
                <a:lnTo>
                  <a:pt x="238125" y="1071563"/>
                </a:lnTo>
                <a:lnTo>
                  <a:pt x="238125" y="1111250"/>
                </a:lnTo>
                <a:cubicBezTo>
                  <a:pt x="238125" y="1220887"/>
                  <a:pt x="326926" y="1309687"/>
                  <a:pt x="436563" y="1309687"/>
                </a:cubicBezTo>
                <a:lnTo>
                  <a:pt x="515937" y="1309687"/>
                </a:lnTo>
                <a:cubicBezTo>
                  <a:pt x="625574" y="1309687"/>
                  <a:pt x="714375" y="1220887"/>
                  <a:pt x="714375" y="1111250"/>
                </a:cubicBezTo>
                <a:lnTo>
                  <a:pt x="714375" y="1071563"/>
                </a:lnTo>
                <a:close/>
                <a:moveTo>
                  <a:pt x="456406" y="277813"/>
                </a:moveTo>
                <a:cubicBezTo>
                  <a:pt x="357684" y="277813"/>
                  <a:pt x="277813" y="357684"/>
                  <a:pt x="277813" y="456406"/>
                </a:cubicBezTo>
                <a:cubicBezTo>
                  <a:pt x="277813" y="489396"/>
                  <a:pt x="251271" y="515937"/>
                  <a:pt x="218281" y="515937"/>
                </a:cubicBezTo>
                <a:cubicBezTo>
                  <a:pt x="185291" y="515937"/>
                  <a:pt x="158750" y="489396"/>
                  <a:pt x="158750" y="456406"/>
                </a:cubicBezTo>
                <a:cubicBezTo>
                  <a:pt x="158750" y="291951"/>
                  <a:pt x="291951" y="158750"/>
                  <a:pt x="456406" y="158750"/>
                </a:cubicBezTo>
                <a:cubicBezTo>
                  <a:pt x="489396" y="158750"/>
                  <a:pt x="515937" y="185291"/>
                  <a:pt x="515937" y="218281"/>
                </a:cubicBezTo>
                <a:cubicBezTo>
                  <a:pt x="515937" y="251271"/>
                  <a:pt x="489396" y="277813"/>
                  <a:pt x="456406" y="277813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29" name="Text 27"/>
          <p:cNvSpPr/>
          <p:nvPr/>
        </p:nvSpPr>
        <p:spPr>
          <a:xfrm>
            <a:off x="8890000" y="50800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 Platform. All Your Knowledge. Connected.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9000"/>
            <a:ext cx="16256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0"/>
            <a:ext cx="1498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GRAPH SYSTEM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35000" y="1168400"/>
            <a:ext cx="1498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Connected Knowledge in Visual Form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35000" y="1676400"/>
            <a:ext cx="1498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D5A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NoteRootAI represents knowledge in the form of a </a:t>
            </a:r>
            <a:pPr>
              <a:lnSpc>
                <a:spcPct val="100000"/>
              </a:lnSpc>
            </a:pPr>
            <a:r>
              <a:rPr lang="en-US" sz="1600" b="1" dirty="0">
                <a:solidFill>
                  <a:srgbClr val="3D5A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Graph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3D5A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5000" y="21844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spc="200" kern="0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HELPS USERS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000" y="2603500"/>
            <a:ext cx="7112000" cy="5334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9" name="Shape 7"/>
          <p:cNvSpPr/>
          <p:nvPr/>
        </p:nvSpPr>
        <p:spPr>
          <a:xfrm>
            <a:off x="635000" y="2603500"/>
            <a:ext cx="63500" cy="5334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0" name="Shape 8"/>
          <p:cNvSpPr/>
          <p:nvPr/>
        </p:nvSpPr>
        <p:spPr>
          <a:xfrm>
            <a:off x="889000" y="2692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88925" y="144463"/>
                </a:moveTo>
                <a:cubicBezTo>
                  <a:pt x="288925" y="176341"/>
                  <a:pt x="278576" y="205790"/>
                  <a:pt x="261144" y="229681"/>
                </a:cubicBezTo>
                <a:lnTo>
                  <a:pt x="349071" y="317679"/>
                </a:lnTo>
                <a:cubicBezTo>
                  <a:pt x="357753" y="326360"/>
                  <a:pt x="357753" y="340459"/>
                  <a:pt x="349071" y="349141"/>
                </a:cubicBezTo>
                <a:cubicBezTo>
                  <a:pt x="340390" y="357823"/>
                  <a:pt x="326291" y="357823"/>
                  <a:pt x="317609" y="349141"/>
                </a:cubicBezTo>
                <a:lnTo>
                  <a:pt x="229681" y="261144"/>
                </a:lnTo>
                <a:cubicBezTo>
                  <a:pt x="205790" y="278576"/>
                  <a:pt x="176341" y="288925"/>
                  <a:pt x="144463" y="288925"/>
                </a:cubicBezTo>
                <a:cubicBezTo>
                  <a:pt x="64661" y="288925"/>
                  <a:pt x="0" y="224264"/>
                  <a:pt x="0" y="144463"/>
                </a:cubicBezTo>
                <a:cubicBezTo>
                  <a:pt x="0" y="64661"/>
                  <a:pt x="64661" y="0"/>
                  <a:pt x="144463" y="0"/>
                </a:cubicBezTo>
                <a:cubicBezTo>
                  <a:pt x="224264" y="0"/>
                  <a:pt x="288925" y="64661"/>
                  <a:pt x="288925" y="144463"/>
                </a:cubicBezTo>
                <a:close/>
                <a:moveTo>
                  <a:pt x="144463" y="244475"/>
                </a:moveTo>
                <a:cubicBezTo>
                  <a:pt x="199661" y="244475"/>
                  <a:pt x="244475" y="199661"/>
                  <a:pt x="244475" y="144463"/>
                </a:cubicBezTo>
                <a:cubicBezTo>
                  <a:pt x="244475" y="89264"/>
                  <a:pt x="199661" y="44450"/>
                  <a:pt x="144463" y="44450"/>
                </a:cubicBezTo>
                <a:cubicBezTo>
                  <a:pt x="89264" y="44450"/>
                  <a:pt x="44450" y="89264"/>
                  <a:pt x="44450" y="144462"/>
                </a:cubicBezTo>
                <a:cubicBezTo>
                  <a:pt x="44450" y="199661"/>
                  <a:pt x="89264" y="244475"/>
                  <a:pt x="144462" y="244475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603500"/>
            <a:ext cx="6121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Find related notes easily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5000" y="3263900"/>
            <a:ext cx="7112000" cy="5334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3" name="Shape 11"/>
          <p:cNvSpPr/>
          <p:nvPr/>
        </p:nvSpPr>
        <p:spPr>
          <a:xfrm>
            <a:off x="635000" y="3263900"/>
            <a:ext cx="63500" cy="533400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4" name="Shape 12"/>
          <p:cNvSpPr/>
          <p:nvPr/>
        </p:nvSpPr>
        <p:spPr>
          <a:xfrm>
            <a:off x="889000" y="33528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98137"/>
                </a:moveTo>
                <a:lnTo>
                  <a:pt x="177800" y="312956"/>
                </a:lnTo>
                <a:lnTo>
                  <a:pt x="178147" y="312817"/>
                </a:lnTo>
                <a:cubicBezTo>
                  <a:pt x="216069" y="297051"/>
                  <a:pt x="256768" y="288925"/>
                  <a:pt x="297815" y="288925"/>
                </a:cubicBezTo>
                <a:lnTo>
                  <a:pt x="311150" y="288925"/>
                </a:lnTo>
                <a:lnTo>
                  <a:pt x="311150" y="66675"/>
                </a:lnTo>
                <a:lnTo>
                  <a:pt x="297815" y="66675"/>
                </a:lnTo>
                <a:cubicBezTo>
                  <a:pt x="268506" y="66675"/>
                  <a:pt x="239405" y="72509"/>
                  <a:pt x="212318" y="83760"/>
                </a:cubicBezTo>
                <a:cubicBezTo>
                  <a:pt x="200650" y="88622"/>
                  <a:pt x="189121" y="93414"/>
                  <a:pt x="177800" y="98137"/>
                </a:cubicBezTo>
                <a:close/>
                <a:moveTo>
                  <a:pt x="160367" y="42714"/>
                </a:moveTo>
                <a:lnTo>
                  <a:pt x="177800" y="50006"/>
                </a:lnTo>
                <a:lnTo>
                  <a:pt x="195233" y="42714"/>
                </a:lnTo>
                <a:cubicBezTo>
                  <a:pt x="227737" y="29170"/>
                  <a:pt x="262602" y="22225"/>
                  <a:pt x="297815" y="22225"/>
                </a:cubicBezTo>
                <a:lnTo>
                  <a:pt x="322263" y="22225"/>
                </a:lnTo>
                <a:cubicBezTo>
                  <a:pt x="340668" y="22225"/>
                  <a:pt x="355600" y="37157"/>
                  <a:pt x="355600" y="55563"/>
                </a:cubicBezTo>
                <a:lnTo>
                  <a:pt x="355600" y="300038"/>
                </a:lnTo>
                <a:cubicBezTo>
                  <a:pt x="355600" y="318443"/>
                  <a:pt x="340668" y="333375"/>
                  <a:pt x="322263" y="333375"/>
                </a:cubicBezTo>
                <a:lnTo>
                  <a:pt x="297815" y="333375"/>
                </a:lnTo>
                <a:cubicBezTo>
                  <a:pt x="262602" y="333375"/>
                  <a:pt x="227737" y="340320"/>
                  <a:pt x="195233" y="353864"/>
                </a:cubicBezTo>
                <a:lnTo>
                  <a:pt x="186343" y="357545"/>
                </a:lnTo>
                <a:cubicBezTo>
                  <a:pt x="180856" y="359837"/>
                  <a:pt x="174744" y="359837"/>
                  <a:pt x="169257" y="357545"/>
                </a:cubicBezTo>
                <a:lnTo>
                  <a:pt x="160367" y="353864"/>
                </a:lnTo>
                <a:cubicBezTo>
                  <a:pt x="127863" y="340320"/>
                  <a:pt x="92998" y="333375"/>
                  <a:pt x="57785" y="333375"/>
                </a:cubicBezTo>
                <a:lnTo>
                  <a:pt x="33337" y="333375"/>
                </a:lnTo>
                <a:cubicBezTo>
                  <a:pt x="14932" y="333375"/>
                  <a:pt x="0" y="318443"/>
                  <a:pt x="0" y="300038"/>
                </a:cubicBezTo>
                <a:lnTo>
                  <a:pt x="0" y="55563"/>
                </a:lnTo>
                <a:cubicBezTo>
                  <a:pt x="0" y="37157"/>
                  <a:pt x="14932" y="22225"/>
                  <a:pt x="33337" y="22225"/>
                </a:cubicBezTo>
                <a:lnTo>
                  <a:pt x="57785" y="22225"/>
                </a:lnTo>
                <a:cubicBezTo>
                  <a:pt x="92998" y="22225"/>
                  <a:pt x="127863" y="29170"/>
                  <a:pt x="160367" y="42714"/>
                </a:cubicBezTo>
                <a:close/>
              </a:path>
            </a:pathLst>
          </a:custGeom>
          <a:solidFill>
            <a:srgbClr val="3D5A80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3263900"/>
            <a:ext cx="6121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 interconnected information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5000" y="3924300"/>
            <a:ext cx="7112000" cy="5334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35000" y="3924300"/>
            <a:ext cx="63500" cy="5334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Shape 16"/>
          <p:cNvSpPr/>
          <p:nvPr/>
        </p:nvSpPr>
        <p:spPr>
          <a:xfrm>
            <a:off x="889000" y="4013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33350" y="44450"/>
                </a:moveTo>
                <a:cubicBezTo>
                  <a:pt x="133350" y="32157"/>
                  <a:pt x="143282" y="22225"/>
                  <a:pt x="155575" y="22225"/>
                </a:cubicBezTo>
                <a:lnTo>
                  <a:pt x="200025" y="22225"/>
                </a:lnTo>
                <a:cubicBezTo>
                  <a:pt x="212318" y="22225"/>
                  <a:pt x="222250" y="32157"/>
                  <a:pt x="222250" y="44450"/>
                </a:cubicBezTo>
                <a:lnTo>
                  <a:pt x="222250" y="88900"/>
                </a:lnTo>
                <a:cubicBezTo>
                  <a:pt x="222250" y="101193"/>
                  <a:pt x="212318" y="111125"/>
                  <a:pt x="200025" y="111125"/>
                </a:cubicBezTo>
                <a:lnTo>
                  <a:pt x="194469" y="111125"/>
                </a:lnTo>
                <a:lnTo>
                  <a:pt x="194469" y="155575"/>
                </a:lnTo>
                <a:lnTo>
                  <a:pt x="277813" y="155575"/>
                </a:lnTo>
                <a:cubicBezTo>
                  <a:pt x="305455" y="155575"/>
                  <a:pt x="327819" y="177939"/>
                  <a:pt x="327819" y="205581"/>
                </a:cubicBezTo>
                <a:lnTo>
                  <a:pt x="327819" y="244475"/>
                </a:lnTo>
                <a:lnTo>
                  <a:pt x="333375" y="244475"/>
                </a:lnTo>
                <a:cubicBezTo>
                  <a:pt x="345668" y="244475"/>
                  <a:pt x="355600" y="254407"/>
                  <a:pt x="355600" y="266700"/>
                </a:cubicBezTo>
                <a:lnTo>
                  <a:pt x="355600" y="311150"/>
                </a:lnTo>
                <a:cubicBezTo>
                  <a:pt x="355600" y="323443"/>
                  <a:pt x="345668" y="333375"/>
                  <a:pt x="333375" y="333375"/>
                </a:cubicBezTo>
                <a:lnTo>
                  <a:pt x="288925" y="333375"/>
                </a:lnTo>
                <a:cubicBezTo>
                  <a:pt x="276632" y="333375"/>
                  <a:pt x="266700" y="323443"/>
                  <a:pt x="266700" y="311150"/>
                </a:cubicBezTo>
                <a:lnTo>
                  <a:pt x="266700" y="266700"/>
                </a:lnTo>
                <a:cubicBezTo>
                  <a:pt x="266700" y="254407"/>
                  <a:pt x="276632" y="244475"/>
                  <a:pt x="288925" y="244475"/>
                </a:cubicBezTo>
                <a:lnTo>
                  <a:pt x="294481" y="244475"/>
                </a:lnTo>
                <a:lnTo>
                  <a:pt x="294481" y="205581"/>
                </a:lnTo>
                <a:cubicBezTo>
                  <a:pt x="294481" y="196344"/>
                  <a:pt x="287050" y="188913"/>
                  <a:pt x="277813" y="188913"/>
                </a:cubicBezTo>
                <a:lnTo>
                  <a:pt x="194469" y="188913"/>
                </a:lnTo>
                <a:lnTo>
                  <a:pt x="194469" y="244475"/>
                </a:lnTo>
                <a:lnTo>
                  <a:pt x="200025" y="244475"/>
                </a:lnTo>
                <a:cubicBezTo>
                  <a:pt x="212318" y="244475"/>
                  <a:pt x="222250" y="254407"/>
                  <a:pt x="222250" y="266700"/>
                </a:cubicBezTo>
                <a:lnTo>
                  <a:pt x="222250" y="311150"/>
                </a:lnTo>
                <a:cubicBezTo>
                  <a:pt x="222250" y="323443"/>
                  <a:pt x="212318" y="333375"/>
                  <a:pt x="200025" y="333375"/>
                </a:cubicBezTo>
                <a:lnTo>
                  <a:pt x="155575" y="333375"/>
                </a:lnTo>
                <a:cubicBezTo>
                  <a:pt x="143282" y="333375"/>
                  <a:pt x="133350" y="323443"/>
                  <a:pt x="133350" y="311150"/>
                </a:cubicBezTo>
                <a:lnTo>
                  <a:pt x="133350" y="266700"/>
                </a:lnTo>
                <a:cubicBezTo>
                  <a:pt x="133350" y="254407"/>
                  <a:pt x="143282" y="244475"/>
                  <a:pt x="155575" y="244475"/>
                </a:cubicBezTo>
                <a:lnTo>
                  <a:pt x="161131" y="244475"/>
                </a:lnTo>
                <a:lnTo>
                  <a:pt x="161131" y="188913"/>
                </a:lnTo>
                <a:lnTo>
                  <a:pt x="77788" y="188913"/>
                </a:lnTo>
                <a:cubicBezTo>
                  <a:pt x="68550" y="188913"/>
                  <a:pt x="61119" y="196344"/>
                  <a:pt x="61119" y="205581"/>
                </a:cubicBezTo>
                <a:lnTo>
                  <a:pt x="61119" y="244475"/>
                </a:lnTo>
                <a:lnTo>
                  <a:pt x="66675" y="244475"/>
                </a:lnTo>
                <a:cubicBezTo>
                  <a:pt x="78968" y="244475"/>
                  <a:pt x="88900" y="254407"/>
                  <a:pt x="88900" y="266700"/>
                </a:cubicBezTo>
                <a:lnTo>
                  <a:pt x="88900" y="311150"/>
                </a:lnTo>
                <a:cubicBezTo>
                  <a:pt x="88900" y="323443"/>
                  <a:pt x="78968" y="333375"/>
                  <a:pt x="66675" y="333375"/>
                </a:cubicBezTo>
                <a:lnTo>
                  <a:pt x="22225" y="333375"/>
                </a:lnTo>
                <a:cubicBezTo>
                  <a:pt x="9932" y="333375"/>
                  <a:pt x="0" y="323443"/>
                  <a:pt x="0" y="311150"/>
                </a:cubicBezTo>
                <a:lnTo>
                  <a:pt x="0" y="266700"/>
                </a:lnTo>
                <a:cubicBezTo>
                  <a:pt x="0" y="254407"/>
                  <a:pt x="9932" y="244475"/>
                  <a:pt x="22225" y="244475"/>
                </a:cubicBezTo>
                <a:lnTo>
                  <a:pt x="27781" y="244475"/>
                </a:lnTo>
                <a:lnTo>
                  <a:pt x="27781" y="205581"/>
                </a:lnTo>
                <a:cubicBezTo>
                  <a:pt x="27781" y="177939"/>
                  <a:pt x="50145" y="155575"/>
                  <a:pt x="77788" y="155575"/>
                </a:cubicBezTo>
                <a:lnTo>
                  <a:pt x="161131" y="155575"/>
                </a:lnTo>
                <a:lnTo>
                  <a:pt x="161131" y="111125"/>
                </a:lnTo>
                <a:lnTo>
                  <a:pt x="155575" y="111125"/>
                </a:lnTo>
                <a:cubicBezTo>
                  <a:pt x="143282" y="111125"/>
                  <a:pt x="133350" y="101193"/>
                  <a:pt x="133350" y="88900"/>
                </a:cubicBezTo>
                <a:lnTo>
                  <a:pt x="133350" y="44450"/>
                </a:lnTo>
                <a:close/>
              </a:path>
            </a:pathLst>
          </a:cu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3924300"/>
            <a:ext cx="6121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 topic relationships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5000" y="4584700"/>
            <a:ext cx="7112000" cy="5334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1" name="Shape 19"/>
          <p:cNvSpPr/>
          <p:nvPr/>
        </p:nvSpPr>
        <p:spPr>
          <a:xfrm>
            <a:off x="635000" y="4584700"/>
            <a:ext cx="63500" cy="5334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2" name="Shape 20"/>
          <p:cNvSpPr/>
          <p:nvPr/>
        </p:nvSpPr>
        <p:spPr>
          <a:xfrm>
            <a:off x="889000" y="4673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13013" y="225792"/>
                </a:moveTo>
                <a:lnTo>
                  <a:pt x="112792" y="264339"/>
                </a:lnTo>
                <a:cubicBezTo>
                  <a:pt x="99318" y="269548"/>
                  <a:pt x="86052" y="256282"/>
                  <a:pt x="91261" y="242808"/>
                </a:cubicBezTo>
                <a:lnTo>
                  <a:pt x="129808" y="142587"/>
                </a:lnTo>
                <a:cubicBezTo>
                  <a:pt x="132100" y="136684"/>
                  <a:pt x="136684" y="132100"/>
                  <a:pt x="142587" y="129808"/>
                </a:cubicBezTo>
                <a:lnTo>
                  <a:pt x="242808" y="91261"/>
                </a:lnTo>
                <a:cubicBezTo>
                  <a:pt x="256282" y="86052"/>
                  <a:pt x="269548" y="99318"/>
                  <a:pt x="264339" y="112792"/>
                </a:cubicBezTo>
                <a:lnTo>
                  <a:pt x="225792" y="213013"/>
                </a:lnTo>
                <a:cubicBezTo>
                  <a:pt x="223570" y="218916"/>
                  <a:pt x="218916" y="223500"/>
                  <a:pt x="213013" y="225792"/>
                </a:cubicBezTo>
                <a:close/>
                <a:moveTo>
                  <a:pt x="200025" y="177800"/>
                </a:moveTo>
                <a:cubicBezTo>
                  <a:pt x="200025" y="165534"/>
                  <a:pt x="190066" y="155575"/>
                  <a:pt x="177800" y="155575"/>
                </a:cubicBezTo>
                <a:cubicBezTo>
                  <a:pt x="165534" y="155575"/>
                  <a:pt x="155575" y="165534"/>
                  <a:pt x="155575" y="177800"/>
                </a:cubicBezTo>
                <a:cubicBezTo>
                  <a:pt x="155575" y="190066"/>
                  <a:pt x="165534" y="200025"/>
                  <a:pt x="177800" y="200025"/>
                </a:cubicBezTo>
                <a:cubicBezTo>
                  <a:pt x="190066" y="200025"/>
                  <a:pt x="200025" y="190066"/>
                  <a:pt x="200025" y="177800"/>
                </a:cubicBezTo>
                <a:close/>
              </a:path>
            </a:pathLst>
          </a:custGeom>
          <a:solidFill>
            <a:srgbClr val="8E44AD"/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0" y="4584700"/>
            <a:ext cx="6121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Explore knowledge in a structured way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82000" y="2603500"/>
            <a:ext cx="7239000" cy="3175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Shape 23"/>
          <p:cNvSpPr/>
          <p:nvPr/>
        </p:nvSpPr>
        <p:spPr>
          <a:xfrm>
            <a:off x="11442700" y="3302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0" y="158750"/>
                </a:moveTo>
                <a:cubicBezTo>
                  <a:pt x="0" y="106164"/>
                  <a:pt x="42664" y="63500"/>
                  <a:pt x="95250" y="63500"/>
                </a:cubicBezTo>
                <a:lnTo>
                  <a:pt x="285750" y="63500"/>
                </a:lnTo>
                <a:cubicBezTo>
                  <a:pt x="338336" y="63500"/>
                  <a:pt x="381000" y="106164"/>
                  <a:pt x="381000" y="158750"/>
                </a:cubicBezTo>
                <a:lnTo>
                  <a:pt x="381000" y="190500"/>
                </a:lnTo>
                <a:lnTo>
                  <a:pt x="635000" y="190500"/>
                </a:lnTo>
                <a:lnTo>
                  <a:pt x="635000" y="158750"/>
                </a:lnTo>
                <a:cubicBezTo>
                  <a:pt x="635000" y="106164"/>
                  <a:pt x="677664" y="63500"/>
                  <a:pt x="730250" y="63500"/>
                </a:cubicBezTo>
                <a:lnTo>
                  <a:pt x="920750" y="63500"/>
                </a:lnTo>
                <a:cubicBezTo>
                  <a:pt x="973336" y="63500"/>
                  <a:pt x="1016000" y="106164"/>
                  <a:pt x="1016000" y="158750"/>
                </a:cubicBezTo>
                <a:lnTo>
                  <a:pt x="1016000" y="349250"/>
                </a:lnTo>
                <a:cubicBezTo>
                  <a:pt x="1016000" y="401836"/>
                  <a:pt x="973336" y="444500"/>
                  <a:pt x="920750" y="444500"/>
                </a:cubicBezTo>
                <a:lnTo>
                  <a:pt x="730250" y="444500"/>
                </a:lnTo>
                <a:cubicBezTo>
                  <a:pt x="677664" y="444500"/>
                  <a:pt x="635000" y="401836"/>
                  <a:pt x="635000" y="349250"/>
                </a:cubicBezTo>
                <a:lnTo>
                  <a:pt x="635000" y="317500"/>
                </a:lnTo>
                <a:lnTo>
                  <a:pt x="381000" y="317500"/>
                </a:lnTo>
                <a:lnTo>
                  <a:pt x="381000" y="349250"/>
                </a:lnTo>
                <a:cubicBezTo>
                  <a:pt x="381000" y="363736"/>
                  <a:pt x="377627" y="377627"/>
                  <a:pt x="371872" y="389930"/>
                </a:cubicBezTo>
                <a:lnTo>
                  <a:pt x="508000" y="571500"/>
                </a:lnTo>
                <a:lnTo>
                  <a:pt x="666750" y="571500"/>
                </a:lnTo>
                <a:cubicBezTo>
                  <a:pt x="719336" y="571500"/>
                  <a:pt x="762000" y="614164"/>
                  <a:pt x="762000" y="666750"/>
                </a:cubicBezTo>
                <a:lnTo>
                  <a:pt x="762000" y="857250"/>
                </a:lnTo>
                <a:cubicBezTo>
                  <a:pt x="762000" y="909836"/>
                  <a:pt x="719336" y="952500"/>
                  <a:pt x="666750" y="952500"/>
                </a:cubicBezTo>
                <a:lnTo>
                  <a:pt x="476250" y="952500"/>
                </a:lnTo>
                <a:cubicBezTo>
                  <a:pt x="423664" y="952500"/>
                  <a:pt x="381000" y="909836"/>
                  <a:pt x="381000" y="857250"/>
                </a:cubicBezTo>
                <a:lnTo>
                  <a:pt x="381000" y="666750"/>
                </a:lnTo>
                <a:cubicBezTo>
                  <a:pt x="381000" y="652264"/>
                  <a:pt x="384373" y="638373"/>
                  <a:pt x="390128" y="626070"/>
                </a:cubicBezTo>
                <a:lnTo>
                  <a:pt x="254000" y="444500"/>
                </a:lnTo>
                <a:lnTo>
                  <a:pt x="95250" y="444500"/>
                </a:lnTo>
                <a:cubicBezTo>
                  <a:pt x="42664" y="444500"/>
                  <a:pt x="0" y="401836"/>
                  <a:pt x="0" y="349250"/>
                </a:cubicBezTo>
                <a:lnTo>
                  <a:pt x="0" y="158750"/>
                </a:ln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26" name="Text 24"/>
          <p:cNvSpPr/>
          <p:nvPr/>
        </p:nvSpPr>
        <p:spPr>
          <a:xfrm>
            <a:off x="9017000" y="4508500"/>
            <a:ext cx="596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spc="200" kern="0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763000" y="4953000"/>
            <a:ext cx="647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Instead of isolated notes, users get a </a:t>
            </a:r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connected knowledge network</a:t>
            </a:r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9000"/>
            <a:ext cx="16256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0"/>
            <a:ext cx="1498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CHAT SYSTEM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35000" y="1168400"/>
            <a:ext cx="1498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Talk With Your Knowledge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35000" y="1676400"/>
            <a:ext cx="1498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D5A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Powered by </a:t>
            </a:r>
            <a:pPr>
              <a:lnSpc>
                <a:spcPct val="100000"/>
              </a:lnSpc>
            </a:pPr>
            <a:r>
              <a:rPr lang="en-US" sz="1600" b="1" dirty="0">
                <a:solidFill>
                  <a:srgbClr val="3D5A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RAG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3D5A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(Retrieval-Augmented Generation)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5000" y="21844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spc="200" kern="0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 ALLOWS USERS TO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000" y="2603500"/>
            <a:ext cx="7112000" cy="635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9" name="Shape 7"/>
          <p:cNvSpPr/>
          <p:nvPr/>
        </p:nvSpPr>
        <p:spPr>
          <a:xfrm>
            <a:off x="635000" y="2603500"/>
            <a:ext cx="63500" cy="6350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0" name="Shape 8"/>
          <p:cNvSpPr/>
          <p:nvPr/>
        </p:nvSpPr>
        <p:spPr>
          <a:xfrm>
            <a:off x="868363" y="2755900"/>
            <a:ext cx="371475" cy="330200"/>
          </a:xfrm>
          <a:custGeom>
            <a:avLst/>
            <a:gdLst/>
            <a:ahLst/>
            <a:cxnLst/>
            <a:rect l="l" t="t" r="r" b="b"/>
            <a:pathLst>
              <a:path w="371475" h="330200">
                <a:moveTo>
                  <a:pt x="247650" y="92869"/>
                </a:moveTo>
                <a:cubicBezTo>
                  <a:pt x="247650" y="155555"/>
                  <a:pt x="192187" y="206375"/>
                  <a:pt x="123825" y="206375"/>
                </a:cubicBezTo>
                <a:cubicBezTo>
                  <a:pt x="106606" y="206375"/>
                  <a:pt x="90225" y="203150"/>
                  <a:pt x="75327" y="197346"/>
                </a:cubicBezTo>
                <a:lnTo>
                  <a:pt x="22701" y="225207"/>
                </a:lnTo>
                <a:cubicBezTo>
                  <a:pt x="16703" y="228367"/>
                  <a:pt x="9351" y="227270"/>
                  <a:pt x="4514" y="222498"/>
                </a:cubicBezTo>
                <a:cubicBezTo>
                  <a:pt x="-322" y="217726"/>
                  <a:pt x="-1419" y="210309"/>
                  <a:pt x="1806" y="204311"/>
                </a:cubicBezTo>
                <a:lnTo>
                  <a:pt x="24765" y="160973"/>
                </a:lnTo>
                <a:cubicBezTo>
                  <a:pt x="9222" y="142012"/>
                  <a:pt x="0" y="118408"/>
                  <a:pt x="0" y="92869"/>
                </a:cubicBezTo>
                <a:cubicBezTo>
                  <a:pt x="0" y="30182"/>
                  <a:pt x="55463" y="-20637"/>
                  <a:pt x="123825" y="-20637"/>
                </a:cubicBezTo>
                <a:cubicBezTo>
                  <a:pt x="192187" y="-20637"/>
                  <a:pt x="247650" y="30182"/>
                  <a:pt x="247650" y="92869"/>
                </a:cubicBezTo>
                <a:close/>
                <a:moveTo>
                  <a:pt x="247650" y="330200"/>
                </a:moveTo>
                <a:cubicBezTo>
                  <a:pt x="186963" y="330200"/>
                  <a:pt x="136465" y="290150"/>
                  <a:pt x="125889" y="237331"/>
                </a:cubicBezTo>
                <a:cubicBezTo>
                  <a:pt x="203279" y="236364"/>
                  <a:pt x="270545" y="181288"/>
                  <a:pt x="277961" y="106606"/>
                </a:cubicBezTo>
                <a:cubicBezTo>
                  <a:pt x="331683" y="118988"/>
                  <a:pt x="371475" y="163552"/>
                  <a:pt x="371475" y="216694"/>
                </a:cubicBezTo>
                <a:cubicBezTo>
                  <a:pt x="371475" y="242233"/>
                  <a:pt x="362253" y="265837"/>
                  <a:pt x="346710" y="284798"/>
                </a:cubicBezTo>
                <a:lnTo>
                  <a:pt x="369669" y="328136"/>
                </a:lnTo>
                <a:cubicBezTo>
                  <a:pt x="372829" y="334134"/>
                  <a:pt x="371733" y="341486"/>
                  <a:pt x="366961" y="346323"/>
                </a:cubicBezTo>
                <a:cubicBezTo>
                  <a:pt x="362188" y="351160"/>
                  <a:pt x="354772" y="352256"/>
                  <a:pt x="348774" y="349032"/>
                </a:cubicBezTo>
                <a:lnTo>
                  <a:pt x="296148" y="321171"/>
                </a:lnTo>
                <a:cubicBezTo>
                  <a:pt x="281250" y="326975"/>
                  <a:pt x="264869" y="330200"/>
                  <a:pt x="247650" y="330200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1" name="Text 9"/>
          <p:cNvSpPr/>
          <p:nvPr/>
        </p:nvSpPr>
        <p:spPr>
          <a:xfrm>
            <a:off x="1320800" y="2603500"/>
            <a:ext cx="6172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Ask questions about their notes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5000" y="3365500"/>
            <a:ext cx="7112000" cy="635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3" name="Shape 11"/>
          <p:cNvSpPr/>
          <p:nvPr/>
        </p:nvSpPr>
        <p:spPr>
          <a:xfrm>
            <a:off x="635000" y="3365500"/>
            <a:ext cx="63500" cy="635000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4" name="Shape 12"/>
          <p:cNvSpPr/>
          <p:nvPr/>
        </p:nvSpPr>
        <p:spPr>
          <a:xfrm>
            <a:off x="889000" y="35179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330200"/>
                </a:moveTo>
                <a:cubicBezTo>
                  <a:pt x="256221" y="330200"/>
                  <a:pt x="330200" y="256221"/>
                  <a:pt x="330200" y="165100"/>
                </a:cubicBezTo>
                <a:cubicBezTo>
                  <a:pt x="330200" y="73979"/>
                  <a:pt x="256221" y="0"/>
                  <a:pt x="165100" y="0"/>
                </a:cubicBezTo>
                <a:cubicBezTo>
                  <a:pt x="73979" y="0"/>
                  <a:pt x="0" y="73979"/>
                  <a:pt x="0" y="165100"/>
                </a:cubicBezTo>
                <a:cubicBezTo>
                  <a:pt x="0" y="256221"/>
                  <a:pt x="73979" y="330200"/>
                  <a:pt x="165100" y="330200"/>
                </a:cubicBezTo>
                <a:close/>
                <a:moveTo>
                  <a:pt x="219531" y="137175"/>
                </a:moveTo>
                <a:lnTo>
                  <a:pt x="167938" y="219725"/>
                </a:lnTo>
                <a:cubicBezTo>
                  <a:pt x="165229" y="224046"/>
                  <a:pt x="160586" y="226755"/>
                  <a:pt x="155491" y="227013"/>
                </a:cubicBezTo>
                <a:cubicBezTo>
                  <a:pt x="150396" y="227270"/>
                  <a:pt x="145494" y="224949"/>
                  <a:pt x="142463" y="220821"/>
                </a:cubicBezTo>
                <a:lnTo>
                  <a:pt x="111507" y="179546"/>
                </a:lnTo>
                <a:cubicBezTo>
                  <a:pt x="106348" y="172710"/>
                  <a:pt x="107766" y="163036"/>
                  <a:pt x="114603" y="157877"/>
                </a:cubicBezTo>
                <a:cubicBezTo>
                  <a:pt x="121439" y="152718"/>
                  <a:pt x="131113" y="154136"/>
                  <a:pt x="136272" y="160973"/>
                </a:cubicBezTo>
                <a:lnTo>
                  <a:pt x="153685" y="184190"/>
                </a:lnTo>
                <a:lnTo>
                  <a:pt x="193283" y="120794"/>
                </a:lnTo>
                <a:cubicBezTo>
                  <a:pt x="197798" y="113571"/>
                  <a:pt x="207342" y="111314"/>
                  <a:pt x="214630" y="115892"/>
                </a:cubicBezTo>
                <a:cubicBezTo>
                  <a:pt x="221918" y="120471"/>
                  <a:pt x="224110" y="129952"/>
                  <a:pt x="219531" y="137239"/>
                </a:cubicBezTo>
                <a:close/>
              </a:path>
            </a:pathLst>
          </a:custGeom>
          <a:solidFill>
            <a:srgbClr val="3D5A80"/>
          </a:solidFill>
          <a:ln/>
        </p:spPr>
      </p:sp>
      <p:sp>
        <p:nvSpPr>
          <p:cNvPr id="15" name="Text 13"/>
          <p:cNvSpPr/>
          <p:nvPr/>
        </p:nvSpPr>
        <p:spPr>
          <a:xfrm>
            <a:off x="1320800" y="3365500"/>
            <a:ext cx="6172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 relevant answers from stored content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5000" y="4127500"/>
            <a:ext cx="7112000" cy="635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35000" y="4127500"/>
            <a:ext cx="63500" cy="6350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Shape 16"/>
          <p:cNvSpPr/>
          <p:nvPr/>
        </p:nvSpPr>
        <p:spPr>
          <a:xfrm>
            <a:off x="909638" y="4279900"/>
            <a:ext cx="288925" cy="330200"/>
          </a:xfrm>
          <a:custGeom>
            <a:avLst/>
            <a:gdLst/>
            <a:ahLst/>
            <a:cxnLst/>
            <a:rect l="l" t="t" r="r" b="b"/>
            <a:pathLst>
              <a:path w="288925" h="330200">
                <a:moveTo>
                  <a:pt x="144463" y="41275"/>
                </a:moveTo>
                <a:cubicBezTo>
                  <a:pt x="93514" y="41275"/>
                  <a:pt x="51142" y="78229"/>
                  <a:pt x="42758" y="126856"/>
                </a:cubicBezTo>
                <a:cubicBezTo>
                  <a:pt x="48756" y="124921"/>
                  <a:pt x="55205" y="123825"/>
                  <a:pt x="61913" y="123825"/>
                </a:cubicBezTo>
                <a:lnTo>
                  <a:pt x="72231" y="123825"/>
                </a:lnTo>
                <a:cubicBezTo>
                  <a:pt x="89322" y="123825"/>
                  <a:pt x="103188" y="137691"/>
                  <a:pt x="103188" y="154781"/>
                </a:cubicBezTo>
                <a:lnTo>
                  <a:pt x="103188" y="216694"/>
                </a:lnTo>
                <a:cubicBezTo>
                  <a:pt x="103188" y="233784"/>
                  <a:pt x="89322" y="247650"/>
                  <a:pt x="72231" y="247650"/>
                </a:cubicBezTo>
                <a:lnTo>
                  <a:pt x="61912" y="247650"/>
                </a:lnTo>
                <a:cubicBezTo>
                  <a:pt x="27732" y="247650"/>
                  <a:pt x="0" y="219918"/>
                  <a:pt x="0" y="185738"/>
                </a:cubicBezTo>
                <a:lnTo>
                  <a:pt x="0" y="144463"/>
                </a:lnTo>
                <a:cubicBezTo>
                  <a:pt x="0" y="64686"/>
                  <a:pt x="64686" y="0"/>
                  <a:pt x="144463" y="0"/>
                </a:cubicBezTo>
                <a:cubicBezTo>
                  <a:pt x="224239" y="0"/>
                  <a:pt x="288925" y="64686"/>
                  <a:pt x="288925" y="144463"/>
                </a:cubicBezTo>
                <a:lnTo>
                  <a:pt x="288925" y="252874"/>
                </a:lnTo>
                <a:cubicBezTo>
                  <a:pt x="288925" y="295632"/>
                  <a:pt x="254228" y="330264"/>
                  <a:pt x="211470" y="330264"/>
                </a:cubicBezTo>
                <a:lnTo>
                  <a:pt x="154781" y="330200"/>
                </a:lnTo>
                <a:lnTo>
                  <a:pt x="134144" y="330200"/>
                </a:lnTo>
                <a:cubicBezTo>
                  <a:pt x="117053" y="330200"/>
                  <a:pt x="103187" y="316334"/>
                  <a:pt x="103187" y="299244"/>
                </a:cubicBezTo>
                <a:cubicBezTo>
                  <a:pt x="103187" y="282153"/>
                  <a:pt x="117053" y="268288"/>
                  <a:pt x="134144" y="268288"/>
                </a:cubicBezTo>
                <a:lnTo>
                  <a:pt x="154781" y="268288"/>
                </a:lnTo>
                <a:cubicBezTo>
                  <a:pt x="171872" y="268288"/>
                  <a:pt x="185738" y="282153"/>
                  <a:pt x="185738" y="299244"/>
                </a:cubicBezTo>
                <a:lnTo>
                  <a:pt x="185738" y="299244"/>
                </a:lnTo>
                <a:lnTo>
                  <a:pt x="211534" y="299244"/>
                </a:lnTo>
                <a:cubicBezTo>
                  <a:pt x="237202" y="299244"/>
                  <a:pt x="257969" y="278477"/>
                  <a:pt x="257969" y="252809"/>
                </a:cubicBezTo>
                <a:lnTo>
                  <a:pt x="257969" y="239331"/>
                </a:lnTo>
                <a:cubicBezTo>
                  <a:pt x="248875" y="244619"/>
                  <a:pt x="238299" y="247586"/>
                  <a:pt x="227013" y="247586"/>
                </a:cubicBezTo>
                <a:lnTo>
                  <a:pt x="216694" y="247586"/>
                </a:lnTo>
                <a:cubicBezTo>
                  <a:pt x="199603" y="247586"/>
                  <a:pt x="185738" y="233720"/>
                  <a:pt x="185738" y="216629"/>
                </a:cubicBezTo>
                <a:lnTo>
                  <a:pt x="185738" y="154717"/>
                </a:lnTo>
                <a:cubicBezTo>
                  <a:pt x="185738" y="137626"/>
                  <a:pt x="199603" y="123761"/>
                  <a:pt x="216694" y="123761"/>
                </a:cubicBezTo>
                <a:lnTo>
                  <a:pt x="227013" y="123761"/>
                </a:lnTo>
                <a:cubicBezTo>
                  <a:pt x="233720" y="123761"/>
                  <a:pt x="240104" y="124792"/>
                  <a:pt x="246167" y="126792"/>
                </a:cubicBezTo>
                <a:cubicBezTo>
                  <a:pt x="237783" y="78229"/>
                  <a:pt x="195476" y="41211"/>
                  <a:pt x="144463" y="41211"/>
                </a:cubicBezTo>
                <a:close/>
              </a:path>
            </a:pathLst>
          </a:cu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1320800" y="4127500"/>
            <a:ext cx="6172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Talk with their knowledge base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5000" y="4889500"/>
            <a:ext cx="7112000" cy="635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1" name="Shape 19"/>
          <p:cNvSpPr/>
          <p:nvPr/>
        </p:nvSpPr>
        <p:spPr>
          <a:xfrm>
            <a:off x="635000" y="4889500"/>
            <a:ext cx="63500" cy="6350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2" name="Shape 20"/>
          <p:cNvSpPr/>
          <p:nvPr/>
        </p:nvSpPr>
        <p:spPr>
          <a:xfrm>
            <a:off x="909638" y="5041900"/>
            <a:ext cx="288925" cy="330200"/>
          </a:xfrm>
          <a:custGeom>
            <a:avLst/>
            <a:gdLst/>
            <a:ahLst/>
            <a:cxnLst/>
            <a:rect l="l" t="t" r="r" b="b"/>
            <a:pathLst>
              <a:path w="288925" h="330200">
                <a:moveTo>
                  <a:pt x="218500" y="-6385"/>
                </a:moveTo>
                <a:cubicBezTo>
                  <a:pt x="226174" y="-838"/>
                  <a:pt x="229012" y="9222"/>
                  <a:pt x="225529" y="17993"/>
                </a:cubicBezTo>
                <a:lnTo>
                  <a:pt x="174967" y="144463"/>
                </a:lnTo>
                <a:lnTo>
                  <a:pt x="268288" y="144463"/>
                </a:lnTo>
                <a:cubicBezTo>
                  <a:pt x="276994" y="144463"/>
                  <a:pt x="284733" y="149880"/>
                  <a:pt x="287700" y="158070"/>
                </a:cubicBezTo>
                <a:cubicBezTo>
                  <a:pt x="290666" y="166261"/>
                  <a:pt x="288151" y="175419"/>
                  <a:pt x="281508" y="180965"/>
                </a:cubicBezTo>
                <a:lnTo>
                  <a:pt x="95771" y="335746"/>
                </a:lnTo>
                <a:cubicBezTo>
                  <a:pt x="88483" y="341809"/>
                  <a:pt x="78100" y="342131"/>
                  <a:pt x="70425" y="336585"/>
                </a:cubicBezTo>
                <a:cubicBezTo>
                  <a:pt x="62751" y="331038"/>
                  <a:pt x="59913" y="320978"/>
                  <a:pt x="63396" y="312207"/>
                </a:cubicBezTo>
                <a:lnTo>
                  <a:pt x="113958" y="185738"/>
                </a:lnTo>
                <a:lnTo>
                  <a:pt x="20638" y="185738"/>
                </a:lnTo>
                <a:cubicBezTo>
                  <a:pt x="11931" y="185738"/>
                  <a:pt x="4192" y="180320"/>
                  <a:pt x="1225" y="172130"/>
                </a:cubicBezTo>
                <a:cubicBezTo>
                  <a:pt x="-1741" y="163939"/>
                  <a:pt x="774" y="154781"/>
                  <a:pt x="7417" y="149235"/>
                </a:cubicBezTo>
                <a:lnTo>
                  <a:pt x="193154" y="-5546"/>
                </a:lnTo>
                <a:cubicBezTo>
                  <a:pt x="200442" y="-11609"/>
                  <a:pt x="210825" y="-11931"/>
                  <a:pt x="218500" y="-6385"/>
                </a:cubicBezTo>
                <a:close/>
              </a:path>
            </a:pathLst>
          </a:custGeom>
          <a:solidFill>
            <a:srgbClr val="8E44AD"/>
          </a:solidFill>
          <a:ln/>
        </p:spPr>
      </p:sp>
      <p:sp>
        <p:nvSpPr>
          <p:cNvPr id="23" name="Text 21"/>
          <p:cNvSpPr/>
          <p:nvPr/>
        </p:nvSpPr>
        <p:spPr>
          <a:xfrm>
            <a:off x="1320800" y="4889500"/>
            <a:ext cx="6172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Retrieve useful information quickly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82000" y="2603500"/>
            <a:ext cx="7239000" cy="304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8763000" y="27686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QUERIES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1442700" y="3302000"/>
            <a:ext cx="889000" cy="889000"/>
          </a:xfrm>
          <a:custGeom>
            <a:avLst/>
            <a:gdLst/>
            <a:ahLst/>
            <a:cxnLst/>
            <a:rect l="l" t="t" r="r" b="b"/>
            <a:pathLst>
              <a:path w="889000" h="889000">
                <a:moveTo>
                  <a:pt x="444500" y="833438"/>
                </a:moveTo>
                <a:cubicBezTo>
                  <a:pt x="690017" y="833438"/>
                  <a:pt x="889000" y="646782"/>
                  <a:pt x="889000" y="416719"/>
                </a:cubicBezTo>
                <a:cubicBezTo>
                  <a:pt x="889000" y="186655"/>
                  <a:pt x="690017" y="0"/>
                  <a:pt x="444500" y="0"/>
                </a:cubicBezTo>
                <a:cubicBezTo>
                  <a:pt x="198983" y="0"/>
                  <a:pt x="0" y="186655"/>
                  <a:pt x="0" y="416719"/>
                </a:cubicBezTo>
                <a:cubicBezTo>
                  <a:pt x="0" y="511001"/>
                  <a:pt x="33338" y="597818"/>
                  <a:pt x="89595" y="667618"/>
                </a:cubicBezTo>
                <a:lnTo>
                  <a:pt x="4862" y="827881"/>
                </a:lnTo>
                <a:cubicBezTo>
                  <a:pt x="-3473" y="843508"/>
                  <a:pt x="-868" y="862608"/>
                  <a:pt x="11113" y="875630"/>
                </a:cubicBezTo>
                <a:cubicBezTo>
                  <a:pt x="23093" y="888653"/>
                  <a:pt x="42019" y="892646"/>
                  <a:pt x="58167" y="885701"/>
                </a:cubicBezTo>
                <a:lnTo>
                  <a:pt x="263748" y="797669"/>
                </a:lnTo>
                <a:cubicBezTo>
                  <a:pt x="318963" y="820589"/>
                  <a:pt x="380082" y="833438"/>
                  <a:pt x="444500" y="833438"/>
                </a:cubicBezTo>
                <a:close/>
                <a:moveTo>
                  <a:pt x="222250" y="361156"/>
                </a:moveTo>
                <a:cubicBezTo>
                  <a:pt x="252916" y="361156"/>
                  <a:pt x="277813" y="386053"/>
                  <a:pt x="277813" y="416719"/>
                </a:cubicBezTo>
                <a:cubicBezTo>
                  <a:pt x="277813" y="447385"/>
                  <a:pt x="252916" y="472281"/>
                  <a:pt x="222250" y="472281"/>
                </a:cubicBezTo>
                <a:cubicBezTo>
                  <a:pt x="191584" y="472281"/>
                  <a:pt x="166688" y="447385"/>
                  <a:pt x="166688" y="416719"/>
                </a:cubicBezTo>
                <a:cubicBezTo>
                  <a:pt x="166688" y="386053"/>
                  <a:pt x="191584" y="361156"/>
                  <a:pt x="222250" y="361156"/>
                </a:cubicBezTo>
                <a:close/>
                <a:moveTo>
                  <a:pt x="444500" y="361156"/>
                </a:moveTo>
                <a:cubicBezTo>
                  <a:pt x="475166" y="361156"/>
                  <a:pt x="500063" y="386053"/>
                  <a:pt x="500063" y="416719"/>
                </a:cubicBezTo>
                <a:cubicBezTo>
                  <a:pt x="500063" y="447385"/>
                  <a:pt x="475166" y="472281"/>
                  <a:pt x="444500" y="472281"/>
                </a:cubicBezTo>
                <a:cubicBezTo>
                  <a:pt x="413834" y="472281"/>
                  <a:pt x="388938" y="447385"/>
                  <a:pt x="388938" y="416719"/>
                </a:cubicBezTo>
                <a:cubicBezTo>
                  <a:pt x="388938" y="386053"/>
                  <a:pt x="413834" y="361156"/>
                  <a:pt x="444500" y="361156"/>
                </a:cubicBezTo>
                <a:close/>
                <a:moveTo>
                  <a:pt x="611188" y="416719"/>
                </a:moveTo>
                <a:cubicBezTo>
                  <a:pt x="611188" y="386053"/>
                  <a:pt x="636084" y="361156"/>
                  <a:pt x="666750" y="361156"/>
                </a:cubicBezTo>
                <a:cubicBezTo>
                  <a:pt x="697416" y="361156"/>
                  <a:pt x="722313" y="386053"/>
                  <a:pt x="722313" y="416719"/>
                </a:cubicBezTo>
                <a:cubicBezTo>
                  <a:pt x="722313" y="447385"/>
                  <a:pt x="697416" y="472281"/>
                  <a:pt x="666750" y="472281"/>
                </a:cubicBezTo>
                <a:cubicBezTo>
                  <a:pt x="636084" y="472281"/>
                  <a:pt x="611188" y="447385"/>
                  <a:pt x="611188" y="416719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27" name="Text 25"/>
          <p:cNvSpPr/>
          <p:nvPr/>
        </p:nvSpPr>
        <p:spPr>
          <a:xfrm>
            <a:off x="8763000" y="43815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i="1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"Show me related notes about this topic"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763000" y="4800600"/>
            <a:ext cx="647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i="1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"Summarize this document"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763000" y="5232400"/>
            <a:ext cx="647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i="1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"What is this section connected to?"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9000"/>
            <a:ext cx="16256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0"/>
            <a:ext cx="1498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AUTONOMOUS AI AGENT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35000" y="1168400"/>
            <a:ext cx="1498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and Edit Notes Through Chat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35000" y="1676400"/>
            <a:ext cx="1498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D5A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NoteRootAI includes an </a:t>
            </a:r>
            <a:pPr>
              <a:lnSpc>
                <a:spcPct val="100000"/>
              </a:lnSpc>
            </a:pPr>
            <a:r>
              <a:rPr lang="en-US" sz="1600" b="1" dirty="0">
                <a:solidFill>
                  <a:srgbClr val="3D5A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Autonomous AI Agent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3D5A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assist users.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5000" y="21844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spc="200" kern="0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 CAN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000" y="2603500"/>
            <a:ext cx="4699000" cy="50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9" name="Shape 7"/>
          <p:cNvSpPr/>
          <p:nvPr/>
        </p:nvSpPr>
        <p:spPr>
          <a:xfrm>
            <a:off x="635000" y="2603500"/>
            <a:ext cx="63500" cy="5080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0" name="Shape 8"/>
          <p:cNvSpPr/>
          <p:nvPr/>
        </p:nvSpPr>
        <p:spPr>
          <a:xfrm>
            <a:off x="863600" y="26924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330200"/>
                </a:moveTo>
                <a:cubicBezTo>
                  <a:pt x="256221" y="330200"/>
                  <a:pt x="330200" y="256221"/>
                  <a:pt x="330200" y="165100"/>
                </a:cubicBezTo>
                <a:cubicBezTo>
                  <a:pt x="330200" y="73979"/>
                  <a:pt x="256221" y="0"/>
                  <a:pt x="165100" y="0"/>
                </a:cubicBezTo>
                <a:cubicBezTo>
                  <a:pt x="73979" y="0"/>
                  <a:pt x="0" y="73979"/>
                  <a:pt x="0" y="165100"/>
                </a:cubicBezTo>
                <a:cubicBezTo>
                  <a:pt x="0" y="256221"/>
                  <a:pt x="73979" y="330200"/>
                  <a:pt x="165100" y="330200"/>
                </a:cubicBezTo>
                <a:close/>
                <a:moveTo>
                  <a:pt x="149622" y="221853"/>
                </a:moveTo>
                <a:lnTo>
                  <a:pt x="149622" y="180578"/>
                </a:lnTo>
                <a:lnTo>
                  <a:pt x="108347" y="180578"/>
                </a:lnTo>
                <a:cubicBezTo>
                  <a:pt x="99769" y="180578"/>
                  <a:pt x="92869" y="173677"/>
                  <a:pt x="92869" y="165100"/>
                </a:cubicBezTo>
                <a:cubicBezTo>
                  <a:pt x="92869" y="156523"/>
                  <a:pt x="99769" y="149622"/>
                  <a:pt x="108347" y="149622"/>
                </a:cubicBezTo>
                <a:lnTo>
                  <a:pt x="149622" y="149622"/>
                </a:lnTo>
                <a:lnTo>
                  <a:pt x="149622" y="108347"/>
                </a:lnTo>
                <a:cubicBezTo>
                  <a:pt x="149622" y="99769"/>
                  <a:pt x="156523" y="92869"/>
                  <a:pt x="165100" y="92869"/>
                </a:cubicBezTo>
                <a:cubicBezTo>
                  <a:pt x="173677" y="92869"/>
                  <a:pt x="180578" y="99769"/>
                  <a:pt x="180578" y="108347"/>
                </a:cubicBezTo>
                <a:lnTo>
                  <a:pt x="180578" y="149622"/>
                </a:lnTo>
                <a:lnTo>
                  <a:pt x="221853" y="149622"/>
                </a:lnTo>
                <a:cubicBezTo>
                  <a:pt x="230431" y="149622"/>
                  <a:pt x="237331" y="156523"/>
                  <a:pt x="237331" y="165100"/>
                </a:cubicBezTo>
                <a:cubicBezTo>
                  <a:pt x="237331" y="173677"/>
                  <a:pt x="230431" y="180578"/>
                  <a:pt x="221853" y="180578"/>
                </a:cubicBezTo>
                <a:lnTo>
                  <a:pt x="180578" y="180578"/>
                </a:lnTo>
                <a:lnTo>
                  <a:pt x="180578" y="221853"/>
                </a:lnTo>
                <a:cubicBezTo>
                  <a:pt x="180578" y="230431"/>
                  <a:pt x="173677" y="237331"/>
                  <a:pt x="165100" y="237331"/>
                </a:cubicBezTo>
                <a:cubicBezTo>
                  <a:pt x="156523" y="237331"/>
                  <a:pt x="149622" y="230431"/>
                  <a:pt x="149622" y="221853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1" name="Text 9"/>
          <p:cNvSpPr/>
          <p:nvPr/>
        </p:nvSpPr>
        <p:spPr>
          <a:xfrm>
            <a:off x="1270000" y="2603500"/>
            <a:ext cx="3873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notes through chat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88000" y="2603500"/>
            <a:ext cx="4699000" cy="50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3" name="Shape 11"/>
          <p:cNvSpPr/>
          <p:nvPr/>
        </p:nvSpPr>
        <p:spPr>
          <a:xfrm>
            <a:off x="5588000" y="2603500"/>
            <a:ext cx="63500" cy="508000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4" name="Shape 12"/>
          <p:cNvSpPr/>
          <p:nvPr/>
        </p:nvSpPr>
        <p:spPr>
          <a:xfrm>
            <a:off x="5816600" y="26924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304145" y="13995"/>
                </a:moveTo>
                <a:cubicBezTo>
                  <a:pt x="290021" y="-129"/>
                  <a:pt x="267191" y="-129"/>
                  <a:pt x="253067" y="13995"/>
                </a:cubicBezTo>
                <a:lnTo>
                  <a:pt x="237331" y="29731"/>
                </a:lnTo>
                <a:lnTo>
                  <a:pt x="300469" y="92869"/>
                </a:lnTo>
                <a:lnTo>
                  <a:pt x="316205" y="77133"/>
                </a:lnTo>
                <a:cubicBezTo>
                  <a:pt x="330329" y="63009"/>
                  <a:pt x="330329" y="40179"/>
                  <a:pt x="316205" y="26055"/>
                </a:cubicBezTo>
                <a:lnTo>
                  <a:pt x="304145" y="13995"/>
                </a:lnTo>
                <a:close/>
                <a:moveTo>
                  <a:pt x="111185" y="155878"/>
                </a:moveTo>
                <a:cubicBezTo>
                  <a:pt x="107251" y="159812"/>
                  <a:pt x="104219" y="164649"/>
                  <a:pt x="102478" y="170001"/>
                </a:cubicBezTo>
                <a:lnTo>
                  <a:pt x="83388" y="227270"/>
                </a:lnTo>
                <a:cubicBezTo>
                  <a:pt x="81518" y="232817"/>
                  <a:pt x="83001" y="238944"/>
                  <a:pt x="87129" y="243136"/>
                </a:cubicBezTo>
                <a:cubicBezTo>
                  <a:pt x="91256" y="247328"/>
                  <a:pt x="97383" y="248746"/>
                  <a:pt x="102994" y="246876"/>
                </a:cubicBezTo>
                <a:lnTo>
                  <a:pt x="160263" y="227786"/>
                </a:lnTo>
                <a:cubicBezTo>
                  <a:pt x="165551" y="226045"/>
                  <a:pt x="170388" y="223014"/>
                  <a:pt x="174387" y="219080"/>
                </a:cubicBezTo>
                <a:lnTo>
                  <a:pt x="278606" y="114732"/>
                </a:lnTo>
                <a:lnTo>
                  <a:pt x="215468" y="51594"/>
                </a:lnTo>
                <a:lnTo>
                  <a:pt x="111185" y="155878"/>
                </a:lnTo>
                <a:close/>
                <a:moveTo>
                  <a:pt x="61912" y="41275"/>
                </a:moveTo>
                <a:cubicBezTo>
                  <a:pt x="27732" y="41275"/>
                  <a:pt x="0" y="69007"/>
                  <a:pt x="0" y="103188"/>
                </a:cubicBezTo>
                <a:lnTo>
                  <a:pt x="0" y="268288"/>
                </a:lnTo>
                <a:cubicBezTo>
                  <a:pt x="0" y="302468"/>
                  <a:pt x="27732" y="330200"/>
                  <a:pt x="61912" y="330200"/>
                </a:cubicBezTo>
                <a:lnTo>
                  <a:pt x="227013" y="330200"/>
                </a:lnTo>
                <a:cubicBezTo>
                  <a:pt x="261193" y="330200"/>
                  <a:pt x="288925" y="302468"/>
                  <a:pt x="288925" y="268288"/>
                </a:cubicBezTo>
                <a:lnTo>
                  <a:pt x="288925" y="206375"/>
                </a:lnTo>
                <a:cubicBezTo>
                  <a:pt x="288925" y="194960"/>
                  <a:pt x="279703" y="185738"/>
                  <a:pt x="268288" y="185738"/>
                </a:cubicBezTo>
                <a:cubicBezTo>
                  <a:pt x="256872" y="185738"/>
                  <a:pt x="247650" y="194960"/>
                  <a:pt x="247650" y="206375"/>
                </a:cubicBezTo>
                <a:lnTo>
                  <a:pt x="247650" y="268288"/>
                </a:lnTo>
                <a:cubicBezTo>
                  <a:pt x="247650" y="279703"/>
                  <a:pt x="238428" y="288925"/>
                  <a:pt x="227013" y="288925"/>
                </a:cubicBezTo>
                <a:lnTo>
                  <a:pt x="61912" y="288925"/>
                </a:lnTo>
                <a:cubicBezTo>
                  <a:pt x="50497" y="288925"/>
                  <a:pt x="41275" y="279703"/>
                  <a:pt x="41275" y="268288"/>
                </a:cubicBezTo>
                <a:lnTo>
                  <a:pt x="41275" y="103188"/>
                </a:lnTo>
                <a:cubicBezTo>
                  <a:pt x="41275" y="91772"/>
                  <a:pt x="50497" y="82550"/>
                  <a:pt x="61912" y="82550"/>
                </a:cubicBezTo>
                <a:lnTo>
                  <a:pt x="123825" y="82550"/>
                </a:lnTo>
                <a:cubicBezTo>
                  <a:pt x="135240" y="82550"/>
                  <a:pt x="144463" y="73328"/>
                  <a:pt x="144463" y="61912"/>
                </a:cubicBezTo>
                <a:cubicBezTo>
                  <a:pt x="144463" y="50497"/>
                  <a:pt x="135240" y="41275"/>
                  <a:pt x="123825" y="41275"/>
                </a:cubicBezTo>
                <a:lnTo>
                  <a:pt x="61912" y="41275"/>
                </a:lnTo>
                <a:close/>
              </a:path>
            </a:pathLst>
          </a:custGeom>
          <a:solidFill>
            <a:srgbClr val="3D5A80"/>
          </a:solidFill>
          <a:ln/>
        </p:spPr>
      </p:sp>
      <p:sp>
        <p:nvSpPr>
          <p:cNvPr id="15" name="Text 13"/>
          <p:cNvSpPr/>
          <p:nvPr/>
        </p:nvSpPr>
        <p:spPr>
          <a:xfrm>
            <a:off x="6223000" y="2603500"/>
            <a:ext cx="3873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Edit existing notes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541000" y="2603500"/>
            <a:ext cx="4699000" cy="50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7" name="Shape 15"/>
          <p:cNvSpPr/>
          <p:nvPr/>
        </p:nvSpPr>
        <p:spPr>
          <a:xfrm>
            <a:off x="10541000" y="2603500"/>
            <a:ext cx="63500" cy="5080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Shape 16"/>
          <p:cNvSpPr/>
          <p:nvPr/>
        </p:nvSpPr>
        <p:spPr>
          <a:xfrm>
            <a:off x="10769600" y="26924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23825" y="41275"/>
                </a:moveTo>
                <a:cubicBezTo>
                  <a:pt x="123825" y="29860"/>
                  <a:pt x="133047" y="20638"/>
                  <a:pt x="144463" y="20638"/>
                </a:cubicBezTo>
                <a:lnTo>
                  <a:pt x="185738" y="20638"/>
                </a:lnTo>
                <a:cubicBezTo>
                  <a:pt x="197153" y="20638"/>
                  <a:pt x="206375" y="29860"/>
                  <a:pt x="206375" y="41275"/>
                </a:cubicBezTo>
                <a:lnTo>
                  <a:pt x="206375" y="82550"/>
                </a:lnTo>
                <a:cubicBezTo>
                  <a:pt x="206375" y="93965"/>
                  <a:pt x="197153" y="103188"/>
                  <a:pt x="185738" y="103188"/>
                </a:cubicBezTo>
                <a:lnTo>
                  <a:pt x="180578" y="103188"/>
                </a:lnTo>
                <a:lnTo>
                  <a:pt x="180578" y="144463"/>
                </a:lnTo>
                <a:lnTo>
                  <a:pt x="257969" y="144463"/>
                </a:lnTo>
                <a:cubicBezTo>
                  <a:pt x="283637" y="144463"/>
                  <a:pt x="304403" y="165229"/>
                  <a:pt x="304403" y="190897"/>
                </a:cubicBezTo>
                <a:lnTo>
                  <a:pt x="304403" y="227013"/>
                </a:lnTo>
                <a:lnTo>
                  <a:pt x="309563" y="227013"/>
                </a:lnTo>
                <a:cubicBezTo>
                  <a:pt x="320978" y="227013"/>
                  <a:pt x="330200" y="236235"/>
                  <a:pt x="330200" y="247650"/>
                </a:cubicBezTo>
                <a:lnTo>
                  <a:pt x="330200" y="288925"/>
                </a:lnTo>
                <a:cubicBezTo>
                  <a:pt x="330200" y="300340"/>
                  <a:pt x="320978" y="309563"/>
                  <a:pt x="309563" y="309563"/>
                </a:cubicBezTo>
                <a:lnTo>
                  <a:pt x="268288" y="309563"/>
                </a:lnTo>
                <a:cubicBezTo>
                  <a:pt x="256872" y="309563"/>
                  <a:pt x="247650" y="300340"/>
                  <a:pt x="247650" y="288925"/>
                </a:cubicBezTo>
                <a:lnTo>
                  <a:pt x="247650" y="247650"/>
                </a:lnTo>
                <a:cubicBezTo>
                  <a:pt x="247650" y="236235"/>
                  <a:pt x="256872" y="227013"/>
                  <a:pt x="268288" y="227013"/>
                </a:cubicBezTo>
                <a:lnTo>
                  <a:pt x="273447" y="227013"/>
                </a:lnTo>
                <a:lnTo>
                  <a:pt x="273447" y="190897"/>
                </a:lnTo>
                <a:cubicBezTo>
                  <a:pt x="273447" y="182319"/>
                  <a:pt x="266546" y="175419"/>
                  <a:pt x="257969" y="175419"/>
                </a:cubicBezTo>
                <a:lnTo>
                  <a:pt x="180578" y="175419"/>
                </a:lnTo>
                <a:lnTo>
                  <a:pt x="180578" y="227013"/>
                </a:lnTo>
                <a:lnTo>
                  <a:pt x="185738" y="227013"/>
                </a:lnTo>
                <a:cubicBezTo>
                  <a:pt x="197153" y="227013"/>
                  <a:pt x="206375" y="236235"/>
                  <a:pt x="206375" y="247650"/>
                </a:cubicBezTo>
                <a:lnTo>
                  <a:pt x="206375" y="288925"/>
                </a:lnTo>
                <a:cubicBezTo>
                  <a:pt x="206375" y="300340"/>
                  <a:pt x="197153" y="309563"/>
                  <a:pt x="185738" y="309563"/>
                </a:cubicBezTo>
                <a:lnTo>
                  <a:pt x="144463" y="309563"/>
                </a:lnTo>
                <a:cubicBezTo>
                  <a:pt x="133047" y="309563"/>
                  <a:pt x="123825" y="300340"/>
                  <a:pt x="123825" y="288925"/>
                </a:cubicBezTo>
                <a:lnTo>
                  <a:pt x="123825" y="247650"/>
                </a:lnTo>
                <a:cubicBezTo>
                  <a:pt x="123825" y="236235"/>
                  <a:pt x="133047" y="227013"/>
                  <a:pt x="144463" y="227013"/>
                </a:cubicBezTo>
                <a:lnTo>
                  <a:pt x="149622" y="227013"/>
                </a:lnTo>
                <a:lnTo>
                  <a:pt x="149622" y="175419"/>
                </a:lnTo>
                <a:lnTo>
                  <a:pt x="72231" y="175419"/>
                </a:lnTo>
                <a:cubicBezTo>
                  <a:pt x="63654" y="175419"/>
                  <a:pt x="56753" y="182319"/>
                  <a:pt x="56753" y="190897"/>
                </a:cubicBezTo>
                <a:lnTo>
                  <a:pt x="56753" y="227013"/>
                </a:lnTo>
                <a:lnTo>
                  <a:pt x="61912" y="227013"/>
                </a:lnTo>
                <a:cubicBezTo>
                  <a:pt x="73328" y="227013"/>
                  <a:pt x="82550" y="236235"/>
                  <a:pt x="82550" y="247650"/>
                </a:cubicBezTo>
                <a:lnTo>
                  <a:pt x="82550" y="288925"/>
                </a:lnTo>
                <a:cubicBezTo>
                  <a:pt x="82550" y="300340"/>
                  <a:pt x="73328" y="309563"/>
                  <a:pt x="61912" y="309563"/>
                </a:cubicBezTo>
                <a:lnTo>
                  <a:pt x="20638" y="309563"/>
                </a:lnTo>
                <a:cubicBezTo>
                  <a:pt x="9222" y="309563"/>
                  <a:pt x="0" y="300340"/>
                  <a:pt x="0" y="288925"/>
                </a:cubicBezTo>
                <a:lnTo>
                  <a:pt x="0" y="247650"/>
                </a:lnTo>
                <a:cubicBezTo>
                  <a:pt x="0" y="236235"/>
                  <a:pt x="9222" y="227013"/>
                  <a:pt x="20638" y="227013"/>
                </a:cubicBezTo>
                <a:lnTo>
                  <a:pt x="25797" y="227013"/>
                </a:lnTo>
                <a:lnTo>
                  <a:pt x="25797" y="190897"/>
                </a:lnTo>
                <a:cubicBezTo>
                  <a:pt x="25797" y="165229"/>
                  <a:pt x="46563" y="144463"/>
                  <a:pt x="72231" y="144463"/>
                </a:cubicBezTo>
                <a:lnTo>
                  <a:pt x="149622" y="144463"/>
                </a:lnTo>
                <a:lnTo>
                  <a:pt x="149622" y="103188"/>
                </a:lnTo>
                <a:lnTo>
                  <a:pt x="144463" y="103188"/>
                </a:lnTo>
                <a:cubicBezTo>
                  <a:pt x="133047" y="103188"/>
                  <a:pt x="123825" y="93965"/>
                  <a:pt x="123825" y="82550"/>
                </a:cubicBezTo>
                <a:lnTo>
                  <a:pt x="123825" y="41275"/>
                </a:lnTo>
                <a:close/>
              </a:path>
            </a:pathLst>
          </a:cu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11176000" y="2603500"/>
            <a:ext cx="3873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Generate sub-notes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5000" y="3238500"/>
            <a:ext cx="7112000" cy="50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1" name="Shape 19"/>
          <p:cNvSpPr/>
          <p:nvPr/>
        </p:nvSpPr>
        <p:spPr>
          <a:xfrm>
            <a:off x="635000" y="3238500"/>
            <a:ext cx="63500" cy="5080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2" name="Shape 20"/>
          <p:cNvSpPr/>
          <p:nvPr/>
        </p:nvSpPr>
        <p:spPr>
          <a:xfrm>
            <a:off x="842963" y="3327400"/>
            <a:ext cx="371475" cy="330200"/>
          </a:xfrm>
          <a:custGeom>
            <a:avLst/>
            <a:gdLst/>
            <a:ahLst/>
            <a:cxnLst/>
            <a:rect l="l" t="t" r="r" b="b"/>
            <a:pathLst>
              <a:path w="371475" h="330200">
                <a:moveTo>
                  <a:pt x="159038" y="241588"/>
                </a:moveTo>
                <a:lnTo>
                  <a:pt x="97125" y="303500"/>
                </a:lnTo>
                <a:cubicBezTo>
                  <a:pt x="89064" y="311562"/>
                  <a:pt x="75972" y="311562"/>
                  <a:pt x="67910" y="303500"/>
                </a:cubicBezTo>
                <a:lnTo>
                  <a:pt x="5998" y="241588"/>
                </a:lnTo>
                <a:cubicBezTo>
                  <a:pt x="-2064" y="233526"/>
                  <a:pt x="-2064" y="220434"/>
                  <a:pt x="5998" y="212373"/>
                </a:cubicBezTo>
                <a:cubicBezTo>
                  <a:pt x="14059" y="204311"/>
                  <a:pt x="27151" y="204311"/>
                  <a:pt x="35213" y="212373"/>
                </a:cubicBezTo>
                <a:lnTo>
                  <a:pt x="61912" y="239073"/>
                </a:lnTo>
                <a:lnTo>
                  <a:pt x="61912" y="41275"/>
                </a:lnTo>
                <a:cubicBezTo>
                  <a:pt x="61912" y="29860"/>
                  <a:pt x="71135" y="20638"/>
                  <a:pt x="82550" y="20638"/>
                </a:cubicBezTo>
                <a:cubicBezTo>
                  <a:pt x="93965" y="20638"/>
                  <a:pt x="103188" y="29860"/>
                  <a:pt x="103188" y="41275"/>
                </a:cubicBezTo>
                <a:lnTo>
                  <a:pt x="103188" y="239073"/>
                </a:lnTo>
                <a:lnTo>
                  <a:pt x="129887" y="212373"/>
                </a:lnTo>
                <a:cubicBezTo>
                  <a:pt x="137949" y="204311"/>
                  <a:pt x="151041" y="204311"/>
                  <a:pt x="159102" y="212373"/>
                </a:cubicBezTo>
                <a:cubicBezTo>
                  <a:pt x="167164" y="220434"/>
                  <a:pt x="167164" y="233526"/>
                  <a:pt x="159102" y="241588"/>
                </a:cubicBezTo>
                <a:close/>
                <a:moveTo>
                  <a:pt x="206375" y="309563"/>
                </a:moveTo>
                <a:cubicBezTo>
                  <a:pt x="194960" y="309563"/>
                  <a:pt x="185738" y="300340"/>
                  <a:pt x="185738" y="288925"/>
                </a:cubicBezTo>
                <a:cubicBezTo>
                  <a:pt x="185738" y="277510"/>
                  <a:pt x="194960" y="268288"/>
                  <a:pt x="206375" y="268288"/>
                </a:cubicBezTo>
                <a:lnTo>
                  <a:pt x="227013" y="268288"/>
                </a:lnTo>
                <a:cubicBezTo>
                  <a:pt x="238428" y="268288"/>
                  <a:pt x="247650" y="277510"/>
                  <a:pt x="247650" y="288925"/>
                </a:cubicBezTo>
                <a:cubicBezTo>
                  <a:pt x="247650" y="300340"/>
                  <a:pt x="238428" y="309563"/>
                  <a:pt x="227013" y="309563"/>
                </a:cubicBezTo>
                <a:lnTo>
                  <a:pt x="206375" y="309563"/>
                </a:lnTo>
                <a:close/>
                <a:moveTo>
                  <a:pt x="206375" y="227013"/>
                </a:moveTo>
                <a:cubicBezTo>
                  <a:pt x="194960" y="227013"/>
                  <a:pt x="185738" y="217790"/>
                  <a:pt x="185738" y="206375"/>
                </a:cubicBezTo>
                <a:cubicBezTo>
                  <a:pt x="185738" y="194960"/>
                  <a:pt x="194960" y="185738"/>
                  <a:pt x="206375" y="185738"/>
                </a:cubicBezTo>
                <a:lnTo>
                  <a:pt x="268288" y="185738"/>
                </a:lnTo>
                <a:cubicBezTo>
                  <a:pt x="279703" y="185738"/>
                  <a:pt x="288925" y="194960"/>
                  <a:pt x="288925" y="206375"/>
                </a:cubicBezTo>
                <a:cubicBezTo>
                  <a:pt x="288925" y="217790"/>
                  <a:pt x="279703" y="227013"/>
                  <a:pt x="268288" y="227013"/>
                </a:cubicBezTo>
                <a:lnTo>
                  <a:pt x="206375" y="227013"/>
                </a:lnTo>
                <a:close/>
                <a:moveTo>
                  <a:pt x="206375" y="144463"/>
                </a:moveTo>
                <a:cubicBezTo>
                  <a:pt x="194960" y="144463"/>
                  <a:pt x="185738" y="135240"/>
                  <a:pt x="185738" y="123825"/>
                </a:cubicBezTo>
                <a:cubicBezTo>
                  <a:pt x="185738" y="112410"/>
                  <a:pt x="194960" y="103188"/>
                  <a:pt x="206375" y="103188"/>
                </a:cubicBezTo>
                <a:lnTo>
                  <a:pt x="309563" y="103188"/>
                </a:lnTo>
                <a:cubicBezTo>
                  <a:pt x="320978" y="103188"/>
                  <a:pt x="330200" y="112410"/>
                  <a:pt x="330200" y="123825"/>
                </a:cubicBezTo>
                <a:cubicBezTo>
                  <a:pt x="330200" y="135240"/>
                  <a:pt x="320978" y="144463"/>
                  <a:pt x="309563" y="144463"/>
                </a:cubicBezTo>
                <a:lnTo>
                  <a:pt x="206375" y="144463"/>
                </a:lnTo>
                <a:close/>
                <a:moveTo>
                  <a:pt x="206375" y="61912"/>
                </a:moveTo>
                <a:cubicBezTo>
                  <a:pt x="194960" y="61912"/>
                  <a:pt x="185738" y="52690"/>
                  <a:pt x="185738" y="41275"/>
                </a:cubicBezTo>
                <a:cubicBezTo>
                  <a:pt x="185738" y="29860"/>
                  <a:pt x="194960" y="20638"/>
                  <a:pt x="206375" y="20638"/>
                </a:cubicBezTo>
                <a:lnTo>
                  <a:pt x="350838" y="20638"/>
                </a:lnTo>
                <a:cubicBezTo>
                  <a:pt x="362253" y="20638"/>
                  <a:pt x="371475" y="29860"/>
                  <a:pt x="371475" y="41275"/>
                </a:cubicBezTo>
                <a:cubicBezTo>
                  <a:pt x="371475" y="52690"/>
                  <a:pt x="362253" y="61912"/>
                  <a:pt x="350838" y="61912"/>
                </a:cubicBezTo>
                <a:lnTo>
                  <a:pt x="206375" y="61912"/>
                </a:lnTo>
                <a:close/>
              </a:path>
            </a:pathLst>
          </a:custGeom>
          <a:solidFill>
            <a:srgbClr val="8E44AD"/>
          </a:solidFill>
          <a:ln/>
        </p:spPr>
      </p:sp>
      <p:sp>
        <p:nvSpPr>
          <p:cNvPr id="23" name="Text 21"/>
          <p:cNvSpPr/>
          <p:nvPr/>
        </p:nvSpPr>
        <p:spPr>
          <a:xfrm>
            <a:off x="1270000" y="3238500"/>
            <a:ext cx="622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Organize content automatically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001000" y="3238500"/>
            <a:ext cx="7239000" cy="50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5" name="Shape 23"/>
          <p:cNvSpPr/>
          <p:nvPr/>
        </p:nvSpPr>
        <p:spPr>
          <a:xfrm>
            <a:off x="8001000" y="3238500"/>
            <a:ext cx="63500" cy="5080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6" name="Shape 24"/>
          <p:cNvSpPr/>
          <p:nvPr/>
        </p:nvSpPr>
        <p:spPr>
          <a:xfrm>
            <a:off x="8208963" y="3327400"/>
            <a:ext cx="371475" cy="330200"/>
          </a:xfrm>
          <a:custGeom>
            <a:avLst/>
            <a:gdLst/>
            <a:ahLst/>
            <a:cxnLst/>
            <a:rect l="l" t="t" r="r" b="b"/>
            <a:pathLst>
              <a:path w="371475" h="330200">
                <a:moveTo>
                  <a:pt x="173419" y="34310"/>
                </a:moveTo>
                <a:lnTo>
                  <a:pt x="98222" y="117892"/>
                </a:lnTo>
                <a:cubicBezTo>
                  <a:pt x="95255" y="121181"/>
                  <a:pt x="95384" y="126276"/>
                  <a:pt x="98544" y="129436"/>
                </a:cubicBezTo>
                <a:cubicBezTo>
                  <a:pt x="118214" y="149106"/>
                  <a:pt x="150138" y="149106"/>
                  <a:pt x="169808" y="129436"/>
                </a:cubicBezTo>
                <a:lnTo>
                  <a:pt x="190316" y="108927"/>
                </a:lnTo>
                <a:cubicBezTo>
                  <a:pt x="193025" y="106219"/>
                  <a:pt x="196443" y="104735"/>
                  <a:pt x="199926" y="104477"/>
                </a:cubicBezTo>
                <a:cubicBezTo>
                  <a:pt x="204311" y="104090"/>
                  <a:pt x="208826" y="105574"/>
                  <a:pt x="212179" y="108927"/>
                </a:cubicBezTo>
                <a:lnTo>
                  <a:pt x="326073" y="221853"/>
                </a:lnTo>
                <a:lnTo>
                  <a:pt x="371475" y="185738"/>
                </a:lnTo>
                <a:lnTo>
                  <a:pt x="371475" y="0"/>
                </a:lnTo>
                <a:lnTo>
                  <a:pt x="299244" y="41275"/>
                </a:lnTo>
                <a:lnTo>
                  <a:pt x="283895" y="31021"/>
                </a:lnTo>
                <a:cubicBezTo>
                  <a:pt x="273705" y="24249"/>
                  <a:pt x="261774" y="20638"/>
                  <a:pt x="249520" y="20638"/>
                </a:cubicBezTo>
                <a:lnTo>
                  <a:pt x="204118" y="20638"/>
                </a:lnTo>
                <a:cubicBezTo>
                  <a:pt x="203408" y="20638"/>
                  <a:pt x="202634" y="20638"/>
                  <a:pt x="201925" y="20702"/>
                </a:cubicBezTo>
                <a:cubicBezTo>
                  <a:pt x="191026" y="21282"/>
                  <a:pt x="180772" y="26184"/>
                  <a:pt x="173419" y="34310"/>
                </a:cubicBezTo>
                <a:close/>
                <a:moveTo>
                  <a:pt x="75198" y="97190"/>
                </a:moveTo>
                <a:lnTo>
                  <a:pt x="144076" y="20638"/>
                </a:lnTo>
                <a:lnTo>
                  <a:pt x="118537" y="20638"/>
                </a:lnTo>
                <a:cubicBezTo>
                  <a:pt x="102091" y="20638"/>
                  <a:pt x="86355" y="27151"/>
                  <a:pt x="74746" y="38760"/>
                </a:cubicBezTo>
                <a:lnTo>
                  <a:pt x="0" y="123825"/>
                </a:lnTo>
                <a:lnTo>
                  <a:pt x="0" y="350838"/>
                </a:lnTo>
                <a:lnTo>
                  <a:pt x="92869" y="263128"/>
                </a:lnTo>
                <a:lnTo>
                  <a:pt x="100866" y="269771"/>
                </a:lnTo>
                <a:cubicBezTo>
                  <a:pt x="115699" y="282153"/>
                  <a:pt x="134402" y="288925"/>
                  <a:pt x="153685" y="288925"/>
                </a:cubicBezTo>
                <a:lnTo>
                  <a:pt x="163810" y="288925"/>
                </a:lnTo>
                <a:lnTo>
                  <a:pt x="159296" y="284411"/>
                </a:lnTo>
                <a:cubicBezTo>
                  <a:pt x="153233" y="278348"/>
                  <a:pt x="153233" y="268545"/>
                  <a:pt x="159296" y="262548"/>
                </a:cubicBezTo>
                <a:cubicBezTo>
                  <a:pt x="165358" y="256550"/>
                  <a:pt x="175161" y="256485"/>
                  <a:pt x="181159" y="262548"/>
                </a:cubicBezTo>
                <a:lnTo>
                  <a:pt x="207600" y="288989"/>
                </a:lnTo>
                <a:lnTo>
                  <a:pt x="213405" y="288989"/>
                </a:lnTo>
                <a:cubicBezTo>
                  <a:pt x="225723" y="288989"/>
                  <a:pt x="237783" y="286216"/>
                  <a:pt x="248746" y="281057"/>
                </a:cubicBezTo>
                <a:lnTo>
                  <a:pt x="231527" y="263773"/>
                </a:lnTo>
                <a:cubicBezTo>
                  <a:pt x="225465" y="257711"/>
                  <a:pt x="225465" y="247908"/>
                  <a:pt x="231527" y="241910"/>
                </a:cubicBezTo>
                <a:cubicBezTo>
                  <a:pt x="237589" y="235912"/>
                  <a:pt x="247392" y="235848"/>
                  <a:pt x="253390" y="241910"/>
                </a:cubicBezTo>
                <a:lnTo>
                  <a:pt x="274027" y="262548"/>
                </a:lnTo>
                <a:lnTo>
                  <a:pt x="285313" y="251262"/>
                </a:lnTo>
                <a:cubicBezTo>
                  <a:pt x="291053" y="245522"/>
                  <a:pt x="292730" y="237202"/>
                  <a:pt x="290215" y="229915"/>
                </a:cubicBezTo>
                <a:lnTo>
                  <a:pt x="201280" y="141689"/>
                </a:lnTo>
                <a:lnTo>
                  <a:pt x="191671" y="151299"/>
                </a:lnTo>
                <a:cubicBezTo>
                  <a:pt x="159876" y="183093"/>
                  <a:pt x="108411" y="183093"/>
                  <a:pt x="76617" y="151299"/>
                </a:cubicBezTo>
                <a:cubicBezTo>
                  <a:pt x="61784" y="136465"/>
                  <a:pt x="61203" y="112668"/>
                  <a:pt x="75198" y="97125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27" name="Text 25"/>
          <p:cNvSpPr/>
          <p:nvPr/>
        </p:nvSpPr>
        <p:spPr>
          <a:xfrm>
            <a:off x="8636000" y="32385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Assist users in managing knowledge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5000" y="4064000"/>
            <a:ext cx="14986000" cy="4000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9" name="Text 27"/>
          <p:cNvSpPr/>
          <p:nvPr/>
        </p:nvSpPr>
        <p:spPr>
          <a:xfrm>
            <a:off x="1016000" y="4572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COMMANDS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493000" y="50165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790773" y="24209"/>
                </a:moveTo>
                <a:lnTo>
                  <a:pt x="615752" y="199231"/>
                </a:lnTo>
                <a:lnTo>
                  <a:pt x="816769" y="400248"/>
                </a:lnTo>
                <a:lnTo>
                  <a:pt x="991791" y="225227"/>
                </a:lnTo>
                <a:cubicBezTo>
                  <a:pt x="1007269" y="209550"/>
                  <a:pt x="1016000" y="188516"/>
                  <a:pt x="1016000" y="166688"/>
                </a:cubicBezTo>
                <a:cubicBezTo>
                  <a:pt x="1016000" y="144859"/>
                  <a:pt x="1007269" y="123825"/>
                  <a:pt x="991791" y="108148"/>
                </a:cubicBezTo>
                <a:lnTo>
                  <a:pt x="907852" y="24209"/>
                </a:lnTo>
                <a:cubicBezTo>
                  <a:pt x="892175" y="8731"/>
                  <a:pt x="871141" y="0"/>
                  <a:pt x="849313" y="0"/>
                </a:cubicBezTo>
                <a:cubicBezTo>
                  <a:pt x="827484" y="0"/>
                  <a:pt x="806450" y="8731"/>
                  <a:pt x="790773" y="24209"/>
                </a:cubicBezTo>
                <a:close/>
                <a:moveTo>
                  <a:pt x="548481" y="266502"/>
                </a:moveTo>
                <a:lnTo>
                  <a:pt x="24209" y="790773"/>
                </a:lnTo>
                <a:cubicBezTo>
                  <a:pt x="8731" y="806450"/>
                  <a:pt x="0" y="827484"/>
                  <a:pt x="0" y="849313"/>
                </a:cubicBezTo>
                <a:cubicBezTo>
                  <a:pt x="0" y="871141"/>
                  <a:pt x="8731" y="892175"/>
                  <a:pt x="24209" y="907852"/>
                </a:cubicBezTo>
                <a:lnTo>
                  <a:pt x="108148" y="991791"/>
                </a:lnTo>
                <a:cubicBezTo>
                  <a:pt x="123825" y="1007269"/>
                  <a:pt x="144859" y="1016000"/>
                  <a:pt x="166688" y="1016000"/>
                </a:cubicBezTo>
                <a:cubicBezTo>
                  <a:pt x="188516" y="1016000"/>
                  <a:pt x="209550" y="1007269"/>
                  <a:pt x="225227" y="991791"/>
                </a:cubicBezTo>
                <a:lnTo>
                  <a:pt x="749498" y="467519"/>
                </a:lnTo>
                <a:lnTo>
                  <a:pt x="548481" y="266502"/>
                </a:ln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31" name="Text 29"/>
          <p:cNvSpPr/>
          <p:nvPr/>
        </p:nvSpPr>
        <p:spPr>
          <a:xfrm>
            <a:off x="1016000" y="62230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i="1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"Create a note for this topic"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842000" y="6223000"/>
            <a:ext cx="469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i="1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"Add a sub-note under this section"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795000" y="62230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i="1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"Rewrite this note in simple language"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9000"/>
            <a:ext cx="16256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0"/>
            <a:ext cx="1498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 FEATURES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35000" y="1117600"/>
            <a:ext cx="149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3D5A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 of NoteRootAI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5000" y="1651000"/>
            <a:ext cx="4699000" cy="304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7" name="Shape 5"/>
          <p:cNvSpPr/>
          <p:nvPr/>
        </p:nvSpPr>
        <p:spPr>
          <a:xfrm>
            <a:off x="635000" y="1651000"/>
            <a:ext cx="4699000" cy="635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8" name="Shape 6"/>
          <p:cNvSpPr/>
          <p:nvPr/>
        </p:nvSpPr>
        <p:spPr>
          <a:xfrm>
            <a:off x="889000" y="1968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19063" y="55563"/>
                </a:moveTo>
                <a:cubicBezTo>
                  <a:pt x="119063" y="24904"/>
                  <a:pt x="143966" y="0"/>
                  <a:pt x="174625" y="0"/>
                </a:cubicBezTo>
                <a:lnTo>
                  <a:pt x="198438" y="0"/>
                </a:lnTo>
                <a:cubicBezTo>
                  <a:pt x="215999" y="0"/>
                  <a:pt x="230188" y="14188"/>
                  <a:pt x="230188" y="31750"/>
                </a:cubicBezTo>
                <a:lnTo>
                  <a:pt x="230188" y="476250"/>
                </a:lnTo>
                <a:cubicBezTo>
                  <a:pt x="230188" y="493812"/>
                  <a:pt x="215999" y="508000"/>
                  <a:pt x="198438" y="508000"/>
                </a:cubicBezTo>
                <a:lnTo>
                  <a:pt x="166688" y="508000"/>
                </a:lnTo>
                <a:cubicBezTo>
                  <a:pt x="137120" y="508000"/>
                  <a:pt x="112216" y="487759"/>
                  <a:pt x="105172" y="460375"/>
                </a:cubicBezTo>
                <a:cubicBezTo>
                  <a:pt x="104477" y="460375"/>
                  <a:pt x="103882" y="460375"/>
                  <a:pt x="103188" y="460375"/>
                </a:cubicBezTo>
                <a:cubicBezTo>
                  <a:pt x="59333" y="460375"/>
                  <a:pt x="23812" y="424855"/>
                  <a:pt x="23812" y="381000"/>
                </a:cubicBezTo>
                <a:cubicBezTo>
                  <a:pt x="23812" y="363141"/>
                  <a:pt x="29766" y="346670"/>
                  <a:pt x="39688" y="333375"/>
                </a:cubicBezTo>
                <a:cubicBezTo>
                  <a:pt x="20439" y="318889"/>
                  <a:pt x="7938" y="295870"/>
                  <a:pt x="7938" y="269875"/>
                </a:cubicBezTo>
                <a:cubicBezTo>
                  <a:pt x="7938" y="239216"/>
                  <a:pt x="25400" y="212527"/>
                  <a:pt x="50800" y="199330"/>
                </a:cubicBezTo>
                <a:cubicBezTo>
                  <a:pt x="43755" y="187424"/>
                  <a:pt x="39688" y="173534"/>
                  <a:pt x="39688" y="158750"/>
                </a:cubicBezTo>
                <a:cubicBezTo>
                  <a:pt x="39688" y="114895"/>
                  <a:pt x="75208" y="79375"/>
                  <a:pt x="119063" y="79375"/>
                </a:cubicBezTo>
                <a:lnTo>
                  <a:pt x="119063" y="55563"/>
                </a:lnTo>
                <a:close/>
                <a:moveTo>
                  <a:pt x="388938" y="55563"/>
                </a:moveTo>
                <a:lnTo>
                  <a:pt x="388938" y="79375"/>
                </a:lnTo>
                <a:cubicBezTo>
                  <a:pt x="432792" y="79375"/>
                  <a:pt x="468313" y="114895"/>
                  <a:pt x="468313" y="158750"/>
                </a:cubicBezTo>
                <a:cubicBezTo>
                  <a:pt x="468313" y="173633"/>
                  <a:pt x="464245" y="187523"/>
                  <a:pt x="457200" y="199330"/>
                </a:cubicBezTo>
                <a:cubicBezTo>
                  <a:pt x="482699" y="212527"/>
                  <a:pt x="500063" y="239117"/>
                  <a:pt x="500063" y="269875"/>
                </a:cubicBezTo>
                <a:cubicBezTo>
                  <a:pt x="500063" y="295870"/>
                  <a:pt x="487561" y="318889"/>
                  <a:pt x="468313" y="333375"/>
                </a:cubicBezTo>
                <a:cubicBezTo>
                  <a:pt x="478234" y="346670"/>
                  <a:pt x="484187" y="363141"/>
                  <a:pt x="484187" y="381000"/>
                </a:cubicBezTo>
                <a:cubicBezTo>
                  <a:pt x="484187" y="424855"/>
                  <a:pt x="448667" y="460375"/>
                  <a:pt x="404813" y="460375"/>
                </a:cubicBezTo>
                <a:cubicBezTo>
                  <a:pt x="404118" y="460375"/>
                  <a:pt x="403523" y="460375"/>
                  <a:pt x="402828" y="460375"/>
                </a:cubicBezTo>
                <a:cubicBezTo>
                  <a:pt x="395784" y="487759"/>
                  <a:pt x="370880" y="508000"/>
                  <a:pt x="341313" y="508000"/>
                </a:cubicBezTo>
                <a:lnTo>
                  <a:pt x="309562" y="508000"/>
                </a:lnTo>
                <a:cubicBezTo>
                  <a:pt x="292001" y="508000"/>
                  <a:pt x="277813" y="493812"/>
                  <a:pt x="277813" y="476250"/>
                </a:cubicBezTo>
                <a:lnTo>
                  <a:pt x="277813" y="31750"/>
                </a:lnTo>
                <a:cubicBezTo>
                  <a:pt x="277813" y="14188"/>
                  <a:pt x="292001" y="0"/>
                  <a:pt x="309562" y="0"/>
                </a:cubicBezTo>
                <a:lnTo>
                  <a:pt x="333375" y="0"/>
                </a:lnTo>
                <a:cubicBezTo>
                  <a:pt x="364034" y="0"/>
                  <a:pt x="388938" y="24904"/>
                  <a:pt x="388938" y="55563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9" name="Text 7"/>
          <p:cNvSpPr/>
          <p:nvPr/>
        </p:nvSpPr>
        <p:spPr>
          <a:xfrm>
            <a:off x="889000" y="2603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Knowledge Management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89000" y="30480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Helps users organize notes and documentation efficiently.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588000" y="1651000"/>
            <a:ext cx="4699000" cy="304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2" name="Shape 10"/>
          <p:cNvSpPr/>
          <p:nvPr/>
        </p:nvSpPr>
        <p:spPr>
          <a:xfrm>
            <a:off x="5588000" y="1651000"/>
            <a:ext cx="4699000" cy="63500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3" name="Shape 11"/>
          <p:cNvSpPr/>
          <p:nvPr/>
        </p:nvSpPr>
        <p:spPr>
          <a:xfrm>
            <a:off x="5842000" y="1968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79375"/>
                </a:moveTo>
                <a:cubicBezTo>
                  <a:pt x="0" y="53082"/>
                  <a:pt x="21332" y="31750"/>
                  <a:pt x="47625" y="31750"/>
                </a:cubicBezTo>
                <a:lnTo>
                  <a:pt x="142875" y="31750"/>
                </a:lnTo>
                <a:cubicBezTo>
                  <a:pt x="169168" y="31750"/>
                  <a:pt x="190500" y="53082"/>
                  <a:pt x="190500" y="79375"/>
                </a:cubicBezTo>
                <a:lnTo>
                  <a:pt x="190500" y="95250"/>
                </a:lnTo>
                <a:lnTo>
                  <a:pt x="317500" y="95250"/>
                </a:lnTo>
                <a:lnTo>
                  <a:pt x="317500" y="79375"/>
                </a:lnTo>
                <a:cubicBezTo>
                  <a:pt x="317500" y="53082"/>
                  <a:pt x="338832" y="31750"/>
                  <a:pt x="365125" y="31750"/>
                </a:cubicBezTo>
                <a:lnTo>
                  <a:pt x="460375" y="31750"/>
                </a:lnTo>
                <a:cubicBezTo>
                  <a:pt x="486668" y="31750"/>
                  <a:pt x="508000" y="53082"/>
                  <a:pt x="508000" y="79375"/>
                </a:cubicBezTo>
                <a:lnTo>
                  <a:pt x="508000" y="174625"/>
                </a:lnTo>
                <a:cubicBezTo>
                  <a:pt x="508000" y="200918"/>
                  <a:pt x="486668" y="222250"/>
                  <a:pt x="460375" y="222250"/>
                </a:cubicBezTo>
                <a:lnTo>
                  <a:pt x="365125" y="222250"/>
                </a:lnTo>
                <a:cubicBezTo>
                  <a:pt x="338832" y="222250"/>
                  <a:pt x="317500" y="200918"/>
                  <a:pt x="317500" y="174625"/>
                </a:cubicBezTo>
                <a:lnTo>
                  <a:pt x="317500" y="158750"/>
                </a:lnTo>
                <a:lnTo>
                  <a:pt x="190500" y="158750"/>
                </a:lnTo>
                <a:lnTo>
                  <a:pt x="190500" y="174625"/>
                </a:lnTo>
                <a:cubicBezTo>
                  <a:pt x="190500" y="181868"/>
                  <a:pt x="188813" y="188813"/>
                  <a:pt x="185936" y="194965"/>
                </a:cubicBezTo>
                <a:lnTo>
                  <a:pt x="254000" y="285750"/>
                </a:lnTo>
                <a:lnTo>
                  <a:pt x="333375" y="285750"/>
                </a:lnTo>
                <a:cubicBezTo>
                  <a:pt x="359668" y="285750"/>
                  <a:pt x="381000" y="307082"/>
                  <a:pt x="381000" y="333375"/>
                </a:cubicBezTo>
                <a:lnTo>
                  <a:pt x="381000" y="428625"/>
                </a:lnTo>
                <a:cubicBezTo>
                  <a:pt x="381000" y="454918"/>
                  <a:pt x="359668" y="476250"/>
                  <a:pt x="333375" y="476250"/>
                </a:cubicBezTo>
                <a:lnTo>
                  <a:pt x="238125" y="476250"/>
                </a:lnTo>
                <a:cubicBezTo>
                  <a:pt x="211832" y="476250"/>
                  <a:pt x="190500" y="454918"/>
                  <a:pt x="190500" y="428625"/>
                </a:cubicBezTo>
                <a:lnTo>
                  <a:pt x="190500" y="333375"/>
                </a:lnTo>
                <a:cubicBezTo>
                  <a:pt x="190500" y="326132"/>
                  <a:pt x="192187" y="319187"/>
                  <a:pt x="195064" y="313035"/>
                </a:cubicBezTo>
                <a:lnTo>
                  <a:pt x="127000" y="222250"/>
                </a:lnTo>
                <a:lnTo>
                  <a:pt x="47625" y="222250"/>
                </a:lnTo>
                <a:cubicBezTo>
                  <a:pt x="21332" y="222250"/>
                  <a:pt x="0" y="200918"/>
                  <a:pt x="0" y="174625"/>
                </a:cubicBezTo>
                <a:lnTo>
                  <a:pt x="0" y="79375"/>
                </a:lnTo>
                <a:close/>
              </a:path>
            </a:pathLst>
          </a:custGeom>
          <a:solidFill>
            <a:srgbClr val="3D5A80"/>
          </a:solidFill>
          <a:ln/>
        </p:spPr>
      </p:sp>
      <p:sp>
        <p:nvSpPr>
          <p:cNvPr id="14" name="Text 12"/>
          <p:cNvSpPr/>
          <p:nvPr/>
        </p:nvSpPr>
        <p:spPr>
          <a:xfrm>
            <a:off x="5842000" y="2603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Graph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42000" y="30480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Shows relationships between connected ideas.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541000" y="1651000"/>
            <a:ext cx="4699000" cy="304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7" name="Shape 15"/>
          <p:cNvSpPr/>
          <p:nvPr/>
        </p:nvSpPr>
        <p:spPr>
          <a:xfrm>
            <a:off x="10541000" y="1651000"/>
            <a:ext cx="4699000" cy="635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Shape 16"/>
          <p:cNvSpPr/>
          <p:nvPr/>
        </p:nvSpPr>
        <p:spPr>
          <a:xfrm>
            <a:off x="10763250" y="19685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381000" y="142875"/>
                </a:moveTo>
                <a:cubicBezTo>
                  <a:pt x="381000" y="239316"/>
                  <a:pt x="295672" y="317500"/>
                  <a:pt x="190500" y="317500"/>
                </a:cubicBezTo>
                <a:cubicBezTo>
                  <a:pt x="164009" y="317500"/>
                  <a:pt x="138807" y="312539"/>
                  <a:pt x="115888" y="303609"/>
                </a:cubicBezTo>
                <a:lnTo>
                  <a:pt x="34925" y="346472"/>
                </a:lnTo>
                <a:cubicBezTo>
                  <a:pt x="25698" y="351334"/>
                  <a:pt x="14387" y="349647"/>
                  <a:pt x="6945" y="342305"/>
                </a:cubicBezTo>
                <a:cubicBezTo>
                  <a:pt x="-496" y="334963"/>
                  <a:pt x="-2183" y="323552"/>
                  <a:pt x="2778" y="314325"/>
                </a:cubicBezTo>
                <a:lnTo>
                  <a:pt x="38100" y="247650"/>
                </a:lnTo>
                <a:cubicBezTo>
                  <a:pt x="14188" y="218480"/>
                  <a:pt x="0" y="182166"/>
                  <a:pt x="0" y="142875"/>
                </a:cubicBezTo>
                <a:cubicBezTo>
                  <a:pt x="0" y="46434"/>
                  <a:pt x="85328" y="-31750"/>
                  <a:pt x="190500" y="-31750"/>
                </a:cubicBezTo>
                <a:cubicBezTo>
                  <a:pt x="295672" y="-31750"/>
                  <a:pt x="381000" y="46434"/>
                  <a:pt x="381000" y="142875"/>
                </a:cubicBezTo>
                <a:close/>
                <a:moveTo>
                  <a:pt x="381000" y="508000"/>
                </a:moveTo>
                <a:cubicBezTo>
                  <a:pt x="287635" y="508000"/>
                  <a:pt x="209947" y="446385"/>
                  <a:pt x="193675" y="365125"/>
                </a:cubicBezTo>
                <a:cubicBezTo>
                  <a:pt x="312737" y="363637"/>
                  <a:pt x="416223" y="278904"/>
                  <a:pt x="427633" y="164009"/>
                </a:cubicBezTo>
                <a:cubicBezTo>
                  <a:pt x="510282" y="183059"/>
                  <a:pt x="571500" y="251619"/>
                  <a:pt x="571500" y="333375"/>
                </a:cubicBezTo>
                <a:cubicBezTo>
                  <a:pt x="571500" y="372666"/>
                  <a:pt x="557312" y="408980"/>
                  <a:pt x="533400" y="438150"/>
                </a:cubicBezTo>
                <a:lnTo>
                  <a:pt x="568722" y="504825"/>
                </a:lnTo>
                <a:cubicBezTo>
                  <a:pt x="573584" y="514052"/>
                  <a:pt x="571897" y="525363"/>
                  <a:pt x="564555" y="532805"/>
                </a:cubicBezTo>
                <a:cubicBezTo>
                  <a:pt x="557212" y="540246"/>
                  <a:pt x="545802" y="541933"/>
                  <a:pt x="536575" y="536972"/>
                </a:cubicBezTo>
                <a:lnTo>
                  <a:pt x="455612" y="494109"/>
                </a:lnTo>
                <a:cubicBezTo>
                  <a:pt x="432693" y="503039"/>
                  <a:pt x="407491" y="508000"/>
                  <a:pt x="381000" y="508000"/>
                </a:cubicBezTo>
                <a:close/>
              </a:path>
            </a:pathLst>
          </a:cu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10795000" y="2603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Chat with RAG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795000" y="30480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Lets users interact with their notes and documents.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111500" y="4953000"/>
            <a:ext cx="4699000" cy="304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2" name="Shape 20"/>
          <p:cNvSpPr/>
          <p:nvPr/>
        </p:nvSpPr>
        <p:spPr>
          <a:xfrm>
            <a:off x="3111500" y="4953000"/>
            <a:ext cx="4699000" cy="635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3" name="Shape 21"/>
          <p:cNvSpPr/>
          <p:nvPr/>
        </p:nvSpPr>
        <p:spPr>
          <a:xfrm>
            <a:off x="3302000" y="5270500"/>
            <a:ext cx="635000" cy="508000"/>
          </a:xfrm>
          <a:custGeom>
            <a:avLst/>
            <a:gdLst/>
            <a:ahLst/>
            <a:cxnLst/>
            <a:rect l="l" t="t" r="r" b="b"/>
            <a:pathLst>
              <a:path w="635000" h="508000">
                <a:moveTo>
                  <a:pt x="349250" y="0"/>
                </a:moveTo>
                <a:cubicBezTo>
                  <a:pt x="349250" y="-17562"/>
                  <a:pt x="335062" y="-31750"/>
                  <a:pt x="317500" y="-31750"/>
                </a:cubicBezTo>
                <a:cubicBezTo>
                  <a:pt x="299938" y="-31750"/>
                  <a:pt x="285750" y="-17562"/>
                  <a:pt x="285750" y="0"/>
                </a:cubicBezTo>
                <a:lnTo>
                  <a:pt x="285750" y="63500"/>
                </a:lnTo>
                <a:lnTo>
                  <a:pt x="190500" y="63500"/>
                </a:lnTo>
                <a:cubicBezTo>
                  <a:pt x="137914" y="63500"/>
                  <a:pt x="95250" y="106164"/>
                  <a:pt x="95250" y="158750"/>
                </a:cubicBezTo>
                <a:lnTo>
                  <a:pt x="95250" y="381000"/>
                </a:lnTo>
                <a:cubicBezTo>
                  <a:pt x="95250" y="433586"/>
                  <a:pt x="137914" y="476250"/>
                  <a:pt x="190500" y="476250"/>
                </a:cubicBezTo>
                <a:lnTo>
                  <a:pt x="444500" y="476250"/>
                </a:lnTo>
                <a:cubicBezTo>
                  <a:pt x="497086" y="476250"/>
                  <a:pt x="539750" y="433586"/>
                  <a:pt x="539750" y="381000"/>
                </a:cubicBezTo>
                <a:lnTo>
                  <a:pt x="539750" y="158750"/>
                </a:lnTo>
                <a:cubicBezTo>
                  <a:pt x="539750" y="106164"/>
                  <a:pt x="497086" y="63500"/>
                  <a:pt x="444500" y="63500"/>
                </a:cubicBezTo>
                <a:lnTo>
                  <a:pt x="349250" y="63500"/>
                </a:lnTo>
                <a:lnTo>
                  <a:pt x="349250" y="0"/>
                </a:lnTo>
                <a:close/>
                <a:moveTo>
                  <a:pt x="158750" y="365125"/>
                </a:moveTo>
                <a:cubicBezTo>
                  <a:pt x="158750" y="351929"/>
                  <a:pt x="169366" y="341313"/>
                  <a:pt x="182563" y="341313"/>
                </a:cubicBezTo>
                <a:lnTo>
                  <a:pt x="214313" y="341313"/>
                </a:lnTo>
                <a:cubicBezTo>
                  <a:pt x="227509" y="341313"/>
                  <a:pt x="238125" y="351929"/>
                  <a:pt x="238125" y="365125"/>
                </a:cubicBezTo>
                <a:cubicBezTo>
                  <a:pt x="238125" y="378321"/>
                  <a:pt x="227509" y="388938"/>
                  <a:pt x="214313" y="388938"/>
                </a:cubicBezTo>
                <a:lnTo>
                  <a:pt x="182563" y="388938"/>
                </a:lnTo>
                <a:cubicBezTo>
                  <a:pt x="169366" y="388938"/>
                  <a:pt x="158750" y="378321"/>
                  <a:pt x="158750" y="365125"/>
                </a:cubicBezTo>
                <a:close/>
                <a:moveTo>
                  <a:pt x="277813" y="365125"/>
                </a:moveTo>
                <a:cubicBezTo>
                  <a:pt x="277813" y="351929"/>
                  <a:pt x="288429" y="341313"/>
                  <a:pt x="301625" y="341313"/>
                </a:cubicBezTo>
                <a:lnTo>
                  <a:pt x="333375" y="341313"/>
                </a:lnTo>
                <a:cubicBezTo>
                  <a:pt x="346571" y="341313"/>
                  <a:pt x="357188" y="351929"/>
                  <a:pt x="357188" y="365125"/>
                </a:cubicBezTo>
                <a:cubicBezTo>
                  <a:pt x="357188" y="378321"/>
                  <a:pt x="346571" y="388938"/>
                  <a:pt x="333375" y="388938"/>
                </a:cubicBezTo>
                <a:lnTo>
                  <a:pt x="301625" y="388938"/>
                </a:lnTo>
                <a:cubicBezTo>
                  <a:pt x="288429" y="388938"/>
                  <a:pt x="277813" y="378321"/>
                  <a:pt x="277813" y="365125"/>
                </a:cubicBezTo>
                <a:close/>
                <a:moveTo>
                  <a:pt x="396875" y="365125"/>
                </a:moveTo>
                <a:cubicBezTo>
                  <a:pt x="396875" y="351929"/>
                  <a:pt x="407491" y="341313"/>
                  <a:pt x="420688" y="341313"/>
                </a:cubicBezTo>
                <a:lnTo>
                  <a:pt x="452437" y="341313"/>
                </a:lnTo>
                <a:cubicBezTo>
                  <a:pt x="465634" y="341313"/>
                  <a:pt x="476250" y="351929"/>
                  <a:pt x="476250" y="365125"/>
                </a:cubicBezTo>
                <a:cubicBezTo>
                  <a:pt x="476250" y="378321"/>
                  <a:pt x="465634" y="388938"/>
                  <a:pt x="452437" y="388938"/>
                </a:cubicBezTo>
                <a:lnTo>
                  <a:pt x="420688" y="388938"/>
                </a:lnTo>
                <a:cubicBezTo>
                  <a:pt x="407491" y="388938"/>
                  <a:pt x="396875" y="378321"/>
                  <a:pt x="396875" y="365125"/>
                </a:cubicBezTo>
                <a:close/>
                <a:moveTo>
                  <a:pt x="222250" y="174625"/>
                </a:moveTo>
                <a:cubicBezTo>
                  <a:pt x="248535" y="174625"/>
                  <a:pt x="269875" y="195965"/>
                  <a:pt x="269875" y="222250"/>
                </a:cubicBezTo>
                <a:cubicBezTo>
                  <a:pt x="269875" y="248535"/>
                  <a:pt x="248535" y="269875"/>
                  <a:pt x="222250" y="269875"/>
                </a:cubicBezTo>
                <a:cubicBezTo>
                  <a:pt x="195965" y="269875"/>
                  <a:pt x="174625" y="248535"/>
                  <a:pt x="174625" y="222250"/>
                </a:cubicBezTo>
                <a:cubicBezTo>
                  <a:pt x="174625" y="195965"/>
                  <a:pt x="195965" y="174625"/>
                  <a:pt x="222250" y="174625"/>
                </a:cubicBezTo>
                <a:close/>
                <a:moveTo>
                  <a:pt x="365125" y="222250"/>
                </a:moveTo>
                <a:cubicBezTo>
                  <a:pt x="365125" y="195965"/>
                  <a:pt x="386465" y="174625"/>
                  <a:pt x="412750" y="174625"/>
                </a:cubicBezTo>
                <a:cubicBezTo>
                  <a:pt x="439035" y="174625"/>
                  <a:pt x="460375" y="195965"/>
                  <a:pt x="460375" y="222250"/>
                </a:cubicBezTo>
                <a:cubicBezTo>
                  <a:pt x="460375" y="248535"/>
                  <a:pt x="439035" y="269875"/>
                  <a:pt x="412750" y="269875"/>
                </a:cubicBezTo>
                <a:cubicBezTo>
                  <a:pt x="386465" y="269875"/>
                  <a:pt x="365125" y="248535"/>
                  <a:pt x="365125" y="222250"/>
                </a:cubicBezTo>
                <a:close/>
                <a:moveTo>
                  <a:pt x="63500" y="222250"/>
                </a:moveTo>
                <a:cubicBezTo>
                  <a:pt x="63500" y="204688"/>
                  <a:pt x="49312" y="190500"/>
                  <a:pt x="31750" y="190500"/>
                </a:cubicBezTo>
                <a:cubicBezTo>
                  <a:pt x="14188" y="190500"/>
                  <a:pt x="0" y="204688"/>
                  <a:pt x="0" y="222250"/>
                </a:cubicBezTo>
                <a:lnTo>
                  <a:pt x="0" y="317500"/>
                </a:lnTo>
                <a:cubicBezTo>
                  <a:pt x="0" y="335062"/>
                  <a:pt x="14188" y="349250"/>
                  <a:pt x="31750" y="349250"/>
                </a:cubicBezTo>
                <a:cubicBezTo>
                  <a:pt x="49312" y="349250"/>
                  <a:pt x="63500" y="335062"/>
                  <a:pt x="63500" y="317500"/>
                </a:cubicBezTo>
                <a:lnTo>
                  <a:pt x="63500" y="222250"/>
                </a:lnTo>
                <a:close/>
                <a:moveTo>
                  <a:pt x="603250" y="190500"/>
                </a:moveTo>
                <a:cubicBezTo>
                  <a:pt x="585688" y="190500"/>
                  <a:pt x="571500" y="204688"/>
                  <a:pt x="571500" y="222250"/>
                </a:cubicBezTo>
                <a:lnTo>
                  <a:pt x="571500" y="317500"/>
                </a:lnTo>
                <a:cubicBezTo>
                  <a:pt x="571500" y="335062"/>
                  <a:pt x="585688" y="349250"/>
                  <a:pt x="603250" y="349250"/>
                </a:cubicBezTo>
                <a:cubicBezTo>
                  <a:pt x="620812" y="349250"/>
                  <a:pt x="635000" y="335062"/>
                  <a:pt x="635000" y="317500"/>
                </a:cubicBezTo>
                <a:lnTo>
                  <a:pt x="635000" y="222250"/>
                </a:lnTo>
                <a:cubicBezTo>
                  <a:pt x="635000" y="204688"/>
                  <a:pt x="620812" y="190500"/>
                  <a:pt x="603250" y="190500"/>
                </a:cubicBezTo>
                <a:close/>
              </a:path>
            </a:pathLst>
          </a:custGeom>
          <a:solidFill>
            <a:srgbClr val="8E44AD"/>
          </a:solidFill>
          <a:ln/>
        </p:spPr>
      </p:sp>
      <p:sp>
        <p:nvSpPr>
          <p:cNvPr id="24" name="Text 22"/>
          <p:cNvSpPr/>
          <p:nvPr/>
        </p:nvSpPr>
        <p:spPr>
          <a:xfrm>
            <a:off x="3365500" y="5905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Autonomous AI Agent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365500" y="63500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Creates and edits notes through natural language.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064500" y="4953000"/>
            <a:ext cx="4699000" cy="304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7" name="Shape 25"/>
          <p:cNvSpPr/>
          <p:nvPr/>
        </p:nvSpPr>
        <p:spPr>
          <a:xfrm>
            <a:off x="8064500" y="4953000"/>
            <a:ext cx="4699000" cy="635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8" name="Shape 26"/>
          <p:cNvSpPr/>
          <p:nvPr/>
        </p:nvSpPr>
        <p:spPr>
          <a:xfrm>
            <a:off x="8318500" y="5270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30684" y="5159"/>
                </a:moveTo>
                <a:cubicBezTo>
                  <a:pt x="245467" y="-1687"/>
                  <a:pt x="262533" y="-1687"/>
                  <a:pt x="277316" y="5159"/>
                </a:cubicBezTo>
                <a:lnTo>
                  <a:pt x="494209" y="105370"/>
                </a:lnTo>
                <a:cubicBezTo>
                  <a:pt x="502642" y="109240"/>
                  <a:pt x="508000" y="117673"/>
                  <a:pt x="508000" y="127000"/>
                </a:cubicBezTo>
                <a:cubicBezTo>
                  <a:pt x="508000" y="136327"/>
                  <a:pt x="502642" y="144760"/>
                  <a:pt x="494209" y="148630"/>
                </a:cubicBezTo>
                <a:lnTo>
                  <a:pt x="277316" y="248841"/>
                </a:lnTo>
                <a:cubicBezTo>
                  <a:pt x="262533" y="255687"/>
                  <a:pt x="245467" y="255687"/>
                  <a:pt x="230684" y="248841"/>
                </a:cubicBezTo>
                <a:lnTo>
                  <a:pt x="13791" y="148630"/>
                </a:lnTo>
                <a:cubicBezTo>
                  <a:pt x="5358" y="144661"/>
                  <a:pt x="0" y="136227"/>
                  <a:pt x="0" y="127000"/>
                </a:cubicBezTo>
                <a:cubicBezTo>
                  <a:pt x="0" y="117773"/>
                  <a:pt x="5358" y="109240"/>
                  <a:pt x="13791" y="105370"/>
                </a:cubicBezTo>
                <a:lnTo>
                  <a:pt x="230684" y="5159"/>
                </a:lnTo>
                <a:close/>
                <a:moveTo>
                  <a:pt x="47724" y="216694"/>
                </a:moveTo>
                <a:lnTo>
                  <a:pt x="210741" y="292001"/>
                </a:lnTo>
                <a:cubicBezTo>
                  <a:pt x="238224" y="304701"/>
                  <a:pt x="269875" y="304701"/>
                  <a:pt x="297359" y="292001"/>
                </a:cubicBezTo>
                <a:lnTo>
                  <a:pt x="460375" y="216694"/>
                </a:lnTo>
                <a:lnTo>
                  <a:pt x="494209" y="232370"/>
                </a:lnTo>
                <a:cubicBezTo>
                  <a:pt x="502642" y="236240"/>
                  <a:pt x="508000" y="244673"/>
                  <a:pt x="508000" y="254000"/>
                </a:cubicBezTo>
                <a:cubicBezTo>
                  <a:pt x="508000" y="263327"/>
                  <a:pt x="502642" y="271760"/>
                  <a:pt x="494209" y="275630"/>
                </a:cubicBezTo>
                <a:lnTo>
                  <a:pt x="277316" y="375841"/>
                </a:lnTo>
                <a:cubicBezTo>
                  <a:pt x="262533" y="382687"/>
                  <a:pt x="245467" y="382687"/>
                  <a:pt x="230684" y="375841"/>
                </a:cubicBezTo>
                <a:lnTo>
                  <a:pt x="13791" y="275630"/>
                </a:lnTo>
                <a:cubicBezTo>
                  <a:pt x="5358" y="271661"/>
                  <a:pt x="0" y="263227"/>
                  <a:pt x="0" y="254000"/>
                </a:cubicBezTo>
                <a:cubicBezTo>
                  <a:pt x="0" y="244773"/>
                  <a:pt x="5358" y="236240"/>
                  <a:pt x="13791" y="232370"/>
                </a:cubicBezTo>
                <a:lnTo>
                  <a:pt x="47625" y="216694"/>
                </a:lnTo>
                <a:close/>
                <a:moveTo>
                  <a:pt x="13791" y="359370"/>
                </a:moveTo>
                <a:lnTo>
                  <a:pt x="47625" y="343694"/>
                </a:lnTo>
                <a:lnTo>
                  <a:pt x="210641" y="419001"/>
                </a:lnTo>
                <a:cubicBezTo>
                  <a:pt x="238125" y="431701"/>
                  <a:pt x="269776" y="431701"/>
                  <a:pt x="297259" y="419001"/>
                </a:cubicBezTo>
                <a:lnTo>
                  <a:pt x="460276" y="343694"/>
                </a:lnTo>
                <a:lnTo>
                  <a:pt x="494109" y="359370"/>
                </a:lnTo>
                <a:cubicBezTo>
                  <a:pt x="502543" y="363240"/>
                  <a:pt x="507901" y="371673"/>
                  <a:pt x="507901" y="381000"/>
                </a:cubicBezTo>
                <a:cubicBezTo>
                  <a:pt x="507901" y="390327"/>
                  <a:pt x="502543" y="398760"/>
                  <a:pt x="494109" y="402630"/>
                </a:cubicBezTo>
                <a:lnTo>
                  <a:pt x="277217" y="502841"/>
                </a:lnTo>
                <a:cubicBezTo>
                  <a:pt x="262434" y="509687"/>
                  <a:pt x="245368" y="509687"/>
                  <a:pt x="230584" y="502841"/>
                </a:cubicBezTo>
                <a:lnTo>
                  <a:pt x="13791" y="402630"/>
                </a:lnTo>
                <a:cubicBezTo>
                  <a:pt x="5358" y="398661"/>
                  <a:pt x="0" y="390227"/>
                  <a:pt x="0" y="381000"/>
                </a:cubicBezTo>
                <a:cubicBezTo>
                  <a:pt x="0" y="371773"/>
                  <a:pt x="5358" y="363240"/>
                  <a:pt x="13791" y="359370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29" name="Text 27"/>
          <p:cNvSpPr/>
          <p:nvPr/>
        </p:nvSpPr>
        <p:spPr>
          <a:xfrm>
            <a:off x="8318500" y="5905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Organization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18500" y="63500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Keeps knowledge structured and reusable.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9000"/>
            <a:ext cx="16256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0"/>
            <a:ext cx="1498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THE SYSTEM WORKS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35000" y="1117600"/>
            <a:ext cx="149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3D5A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Working Flow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5000" y="1778000"/>
            <a:ext cx="2743200" cy="431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635000" y="1968500"/>
            <a:ext cx="2743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522413" y="2667000"/>
            <a:ext cx="714375" cy="635000"/>
          </a:xfrm>
          <a:custGeom>
            <a:avLst/>
            <a:gdLst/>
            <a:ahLst/>
            <a:cxnLst/>
            <a:rect l="l" t="t" r="r" b="b"/>
            <a:pathLst>
              <a:path w="714375" h="635000">
                <a:moveTo>
                  <a:pt x="178594" y="595313"/>
                </a:moveTo>
                <a:cubicBezTo>
                  <a:pt x="79995" y="595313"/>
                  <a:pt x="0" y="515317"/>
                  <a:pt x="0" y="416719"/>
                </a:cubicBezTo>
                <a:cubicBezTo>
                  <a:pt x="0" y="338088"/>
                  <a:pt x="50850" y="271363"/>
                  <a:pt x="121419" y="247427"/>
                </a:cubicBezTo>
                <a:cubicBezTo>
                  <a:pt x="119807" y="237877"/>
                  <a:pt x="119062" y="228203"/>
                  <a:pt x="119062" y="218281"/>
                </a:cubicBezTo>
                <a:cubicBezTo>
                  <a:pt x="119062" y="119683"/>
                  <a:pt x="199058" y="39688"/>
                  <a:pt x="297656" y="39688"/>
                </a:cubicBezTo>
                <a:cubicBezTo>
                  <a:pt x="366365" y="39688"/>
                  <a:pt x="426021" y="78507"/>
                  <a:pt x="455910" y="135310"/>
                </a:cubicBezTo>
                <a:cubicBezTo>
                  <a:pt x="473521" y="125016"/>
                  <a:pt x="494109" y="119062"/>
                  <a:pt x="515937" y="119062"/>
                </a:cubicBezTo>
                <a:cubicBezTo>
                  <a:pt x="581670" y="119062"/>
                  <a:pt x="635000" y="172393"/>
                  <a:pt x="635000" y="238125"/>
                </a:cubicBezTo>
                <a:cubicBezTo>
                  <a:pt x="635000" y="257597"/>
                  <a:pt x="630287" y="276076"/>
                  <a:pt x="621978" y="292323"/>
                </a:cubicBezTo>
                <a:cubicBezTo>
                  <a:pt x="676548" y="317500"/>
                  <a:pt x="714375" y="372566"/>
                  <a:pt x="714375" y="436563"/>
                </a:cubicBezTo>
                <a:cubicBezTo>
                  <a:pt x="714375" y="524247"/>
                  <a:pt x="643310" y="595313"/>
                  <a:pt x="555625" y="595313"/>
                </a:cubicBezTo>
                <a:lnTo>
                  <a:pt x="178594" y="595313"/>
                </a:lnTo>
                <a:close/>
                <a:moveTo>
                  <a:pt x="378271" y="236885"/>
                </a:moveTo>
                <a:cubicBezTo>
                  <a:pt x="366613" y="225227"/>
                  <a:pt x="347762" y="225227"/>
                  <a:pt x="336228" y="236885"/>
                </a:cubicBezTo>
                <a:lnTo>
                  <a:pt x="246931" y="326182"/>
                </a:lnTo>
                <a:cubicBezTo>
                  <a:pt x="235272" y="337840"/>
                  <a:pt x="235272" y="356691"/>
                  <a:pt x="246931" y="368226"/>
                </a:cubicBezTo>
                <a:cubicBezTo>
                  <a:pt x="258589" y="379760"/>
                  <a:pt x="277440" y="379884"/>
                  <a:pt x="288975" y="368226"/>
                </a:cubicBezTo>
                <a:lnTo>
                  <a:pt x="327422" y="329778"/>
                </a:lnTo>
                <a:lnTo>
                  <a:pt x="327422" y="456406"/>
                </a:lnTo>
                <a:cubicBezTo>
                  <a:pt x="327422" y="472901"/>
                  <a:pt x="340692" y="486172"/>
                  <a:pt x="357188" y="486172"/>
                </a:cubicBezTo>
                <a:cubicBezTo>
                  <a:pt x="373683" y="486172"/>
                  <a:pt x="386953" y="472901"/>
                  <a:pt x="386953" y="456406"/>
                </a:cubicBezTo>
                <a:lnTo>
                  <a:pt x="386953" y="329778"/>
                </a:lnTo>
                <a:lnTo>
                  <a:pt x="425400" y="368226"/>
                </a:lnTo>
                <a:cubicBezTo>
                  <a:pt x="437059" y="379884"/>
                  <a:pt x="455910" y="379884"/>
                  <a:pt x="467444" y="368226"/>
                </a:cubicBezTo>
                <a:cubicBezTo>
                  <a:pt x="478979" y="356567"/>
                  <a:pt x="479103" y="337716"/>
                  <a:pt x="467444" y="326182"/>
                </a:cubicBezTo>
                <a:lnTo>
                  <a:pt x="378147" y="236885"/>
                </a:ln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3492500"/>
            <a:ext cx="2489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 Knowledge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937000"/>
            <a:ext cx="24892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Users upload or create notes, documents, or content.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29000" y="3683000"/>
            <a:ext cx="304800" cy="0"/>
          </a:xfrm>
          <a:prstGeom prst="straightConnector1">
            <a:avLst/>
          </a:prstGeom>
          <a:noFill/>
          <a:ln w="38100">
            <a:solidFill>
              <a:srgbClr val="E87722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3810000" y="1778000"/>
            <a:ext cx="2743200" cy="431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3810000" y="1968500"/>
            <a:ext cx="2743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97413" y="2667000"/>
            <a:ext cx="714375" cy="635000"/>
          </a:xfrm>
          <a:custGeom>
            <a:avLst/>
            <a:gdLst/>
            <a:ahLst/>
            <a:cxnLst/>
            <a:rect l="l" t="t" r="r" b="b"/>
            <a:pathLst>
              <a:path w="714375" h="635000">
                <a:moveTo>
                  <a:pt x="59531" y="29766"/>
                </a:moveTo>
                <a:cubicBezTo>
                  <a:pt x="59531" y="13271"/>
                  <a:pt x="46261" y="0"/>
                  <a:pt x="29766" y="0"/>
                </a:cubicBezTo>
                <a:cubicBezTo>
                  <a:pt x="13271" y="0"/>
                  <a:pt x="0" y="13271"/>
                  <a:pt x="0" y="29766"/>
                </a:cubicBezTo>
                <a:lnTo>
                  <a:pt x="0" y="486172"/>
                </a:lnTo>
                <a:cubicBezTo>
                  <a:pt x="0" y="524495"/>
                  <a:pt x="31130" y="555625"/>
                  <a:pt x="69453" y="555625"/>
                </a:cubicBezTo>
                <a:lnTo>
                  <a:pt x="297656" y="555625"/>
                </a:lnTo>
                <a:lnTo>
                  <a:pt x="297656" y="496094"/>
                </a:lnTo>
                <a:lnTo>
                  <a:pt x="69453" y="496094"/>
                </a:lnTo>
                <a:cubicBezTo>
                  <a:pt x="63996" y="496094"/>
                  <a:pt x="59531" y="491629"/>
                  <a:pt x="59531" y="486172"/>
                </a:cubicBezTo>
                <a:lnTo>
                  <a:pt x="59531" y="198438"/>
                </a:lnTo>
                <a:lnTo>
                  <a:pt x="297656" y="198438"/>
                </a:lnTo>
                <a:lnTo>
                  <a:pt x="297656" y="138906"/>
                </a:lnTo>
                <a:lnTo>
                  <a:pt x="59531" y="138906"/>
                </a:lnTo>
                <a:lnTo>
                  <a:pt x="59531" y="29766"/>
                </a:lnTo>
                <a:close/>
                <a:moveTo>
                  <a:pt x="416719" y="277813"/>
                </a:moveTo>
                <a:lnTo>
                  <a:pt x="654844" y="277813"/>
                </a:lnTo>
                <a:cubicBezTo>
                  <a:pt x="687710" y="277813"/>
                  <a:pt x="714375" y="251147"/>
                  <a:pt x="714375" y="218281"/>
                </a:cubicBezTo>
                <a:lnTo>
                  <a:pt x="714375" y="99219"/>
                </a:lnTo>
                <a:cubicBezTo>
                  <a:pt x="714375" y="66353"/>
                  <a:pt x="687710" y="39688"/>
                  <a:pt x="654844" y="39688"/>
                </a:cubicBezTo>
                <a:lnTo>
                  <a:pt x="552276" y="39688"/>
                </a:lnTo>
                <a:cubicBezTo>
                  <a:pt x="541734" y="39688"/>
                  <a:pt x="531688" y="35471"/>
                  <a:pt x="524247" y="28029"/>
                </a:cubicBezTo>
                <a:lnTo>
                  <a:pt x="513581" y="17363"/>
                </a:lnTo>
                <a:cubicBezTo>
                  <a:pt x="502419" y="6201"/>
                  <a:pt x="487288" y="-124"/>
                  <a:pt x="471537" y="-124"/>
                </a:cubicBezTo>
                <a:lnTo>
                  <a:pt x="416719" y="0"/>
                </a:lnTo>
                <a:cubicBezTo>
                  <a:pt x="383853" y="0"/>
                  <a:pt x="357188" y="26665"/>
                  <a:pt x="357188" y="59531"/>
                </a:cubicBezTo>
                <a:lnTo>
                  <a:pt x="357188" y="218281"/>
                </a:lnTo>
                <a:cubicBezTo>
                  <a:pt x="357188" y="251147"/>
                  <a:pt x="383853" y="277813"/>
                  <a:pt x="416719" y="277813"/>
                </a:cubicBezTo>
                <a:close/>
                <a:moveTo>
                  <a:pt x="416719" y="635000"/>
                </a:moveTo>
                <a:lnTo>
                  <a:pt x="654844" y="635000"/>
                </a:lnTo>
                <a:cubicBezTo>
                  <a:pt x="687710" y="635000"/>
                  <a:pt x="714375" y="608335"/>
                  <a:pt x="714375" y="575469"/>
                </a:cubicBezTo>
                <a:lnTo>
                  <a:pt x="714375" y="456406"/>
                </a:lnTo>
                <a:cubicBezTo>
                  <a:pt x="714375" y="423540"/>
                  <a:pt x="687710" y="396875"/>
                  <a:pt x="654844" y="396875"/>
                </a:cubicBezTo>
                <a:lnTo>
                  <a:pt x="552276" y="396875"/>
                </a:lnTo>
                <a:cubicBezTo>
                  <a:pt x="541734" y="396875"/>
                  <a:pt x="531688" y="392658"/>
                  <a:pt x="524247" y="385217"/>
                </a:cubicBezTo>
                <a:lnTo>
                  <a:pt x="513581" y="374551"/>
                </a:lnTo>
                <a:cubicBezTo>
                  <a:pt x="502419" y="363389"/>
                  <a:pt x="487288" y="357063"/>
                  <a:pt x="471537" y="357063"/>
                </a:cubicBezTo>
                <a:lnTo>
                  <a:pt x="416719" y="357188"/>
                </a:lnTo>
                <a:cubicBezTo>
                  <a:pt x="383853" y="357188"/>
                  <a:pt x="357188" y="383853"/>
                  <a:pt x="357188" y="416719"/>
                </a:cubicBezTo>
                <a:lnTo>
                  <a:pt x="357188" y="575469"/>
                </a:lnTo>
                <a:cubicBezTo>
                  <a:pt x="357188" y="608335"/>
                  <a:pt x="383853" y="635000"/>
                  <a:pt x="416719" y="635000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5" name="Text 13"/>
          <p:cNvSpPr/>
          <p:nvPr/>
        </p:nvSpPr>
        <p:spPr>
          <a:xfrm>
            <a:off x="3937000" y="3492500"/>
            <a:ext cx="2489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Organize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937000" y="3937000"/>
            <a:ext cx="24892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system stores and structures the content.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604000" y="3683000"/>
            <a:ext cx="304800" cy="0"/>
          </a:xfrm>
          <a:prstGeom prst="straightConnector1">
            <a:avLst/>
          </a:prstGeom>
          <a:noFill/>
          <a:ln w="38100">
            <a:solidFill>
              <a:srgbClr val="E87722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6985000" y="1778000"/>
            <a:ext cx="2743200" cy="431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6985000" y="1968500"/>
            <a:ext cx="2743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872413" y="2667000"/>
            <a:ext cx="714375" cy="635000"/>
          </a:xfrm>
          <a:custGeom>
            <a:avLst/>
            <a:gdLst/>
            <a:ahLst/>
            <a:cxnLst/>
            <a:rect l="l" t="t" r="r" b="b"/>
            <a:pathLst>
              <a:path w="714375" h="635000">
                <a:moveTo>
                  <a:pt x="520278" y="119062"/>
                </a:moveTo>
                <a:cubicBezTo>
                  <a:pt x="499690" y="119062"/>
                  <a:pt x="479723" y="124644"/>
                  <a:pt x="462235" y="134813"/>
                </a:cubicBezTo>
                <a:cubicBezTo>
                  <a:pt x="442640" y="114970"/>
                  <a:pt x="419819" y="98351"/>
                  <a:pt x="394643" y="85824"/>
                </a:cubicBezTo>
                <a:cubicBezTo>
                  <a:pt x="429617" y="56059"/>
                  <a:pt x="474142" y="39688"/>
                  <a:pt x="520278" y="39688"/>
                </a:cubicBezTo>
                <a:cubicBezTo>
                  <a:pt x="627435" y="39688"/>
                  <a:pt x="714375" y="126504"/>
                  <a:pt x="714375" y="233784"/>
                </a:cubicBezTo>
                <a:cubicBezTo>
                  <a:pt x="714375" y="285254"/>
                  <a:pt x="693911" y="334615"/>
                  <a:pt x="657572" y="370954"/>
                </a:cubicBezTo>
                <a:lnTo>
                  <a:pt x="569392" y="459135"/>
                </a:lnTo>
                <a:cubicBezTo>
                  <a:pt x="533053" y="495474"/>
                  <a:pt x="483691" y="515938"/>
                  <a:pt x="432222" y="515938"/>
                </a:cubicBezTo>
                <a:cubicBezTo>
                  <a:pt x="325065" y="515938"/>
                  <a:pt x="238125" y="429121"/>
                  <a:pt x="238125" y="321841"/>
                </a:cubicBezTo>
                <a:cubicBezTo>
                  <a:pt x="238125" y="319980"/>
                  <a:pt x="238125" y="318120"/>
                  <a:pt x="238249" y="316260"/>
                </a:cubicBezTo>
                <a:cubicBezTo>
                  <a:pt x="238869" y="294308"/>
                  <a:pt x="257101" y="277068"/>
                  <a:pt x="279053" y="277688"/>
                </a:cubicBezTo>
                <a:cubicBezTo>
                  <a:pt x="301005" y="278309"/>
                  <a:pt x="318244" y="296540"/>
                  <a:pt x="317624" y="318492"/>
                </a:cubicBezTo>
                <a:cubicBezTo>
                  <a:pt x="317624" y="319608"/>
                  <a:pt x="317624" y="320725"/>
                  <a:pt x="317624" y="321717"/>
                </a:cubicBezTo>
                <a:cubicBezTo>
                  <a:pt x="317624" y="385093"/>
                  <a:pt x="368970" y="436438"/>
                  <a:pt x="432346" y="436438"/>
                </a:cubicBezTo>
                <a:cubicBezTo>
                  <a:pt x="462731" y="436438"/>
                  <a:pt x="491877" y="424408"/>
                  <a:pt x="513457" y="402828"/>
                </a:cubicBezTo>
                <a:lnTo>
                  <a:pt x="601638" y="314647"/>
                </a:lnTo>
                <a:cubicBezTo>
                  <a:pt x="623094" y="293191"/>
                  <a:pt x="635248" y="263922"/>
                  <a:pt x="635248" y="233536"/>
                </a:cubicBezTo>
                <a:cubicBezTo>
                  <a:pt x="635248" y="170160"/>
                  <a:pt x="583902" y="118814"/>
                  <a:pt x="520526" y="118814"/>
                </a:cubicBezTo>
                <a:close/>
                <a:moveTo>
                  <a:pt x="341312" y="214933"/>
                </a:moveTo>
                <a:cubicBezTo>
                  <a:pt x="338956" y="213940"/>
                  <a:pt x="336600" y="212576"/>
                  <a:pt x="334491" y="211088"/>
                </a:cubicBezTo>
                <a:cubicBezTo>
                  <a:pt x="318864" y="203026"/>
                  <a:pt x="301005" y="198438"/>
                  <a:pt x="282277" y="198438"/>
                </a:cubicBezTo>
                <a:cubicBezTo>
                  <a:pt x="251892" y="198438"/>
                  <a:pt x="222746" y="210468"/>
                  <a:pt x="201166" y="232048"/>
                </a:cubicBezTo>
                <a:lnTo>
                  <a:pt x="112985" y="320229"/>
                </a:lnTo>
                <a:cubicBezTo>
                  <a:pt x="91529" y="341685"/>
                  <a:pt x="79375" y="370954"/>
                  <a:pt x="79375" y="401340"/>
                </a:cubicBezTo>
                <a:cubicBezTo>
                  <a:pt x="79375" y="464716"/>
                  <a:pt x="130721" y="516062"/>
                  <a:pt x="194097" y="516062"/>
                </a:cubicBezTo>
                <a:cubicBezTo>
                  <a:pt x="214561" y="516062"/>
                  <a:pt x="234528" y="510604"/>
                  <a:pt x="252016" y="500435"/>
                </a:cubicBezTo>
                <a:cubicBezTo>
                  <a:pt x="271611" y="520278"/>
                  <a:pt x="294432" y="536897"/>
                  <a:pt x="319732" y="549424"/>
                </a:cubicBezTo>
                <a:cubicBezTo>
                  <a:pt x="284758" y="579065"/>
                  <a:pt x="240357" y="595561"/>
                  <a:pt x="194097" y="595561"/>
                </a:cubicBezTo>
                <a:cubicBezTo>
                  <a:pt x="86940" y="595561"/>
                  <a:pt x="0" y="508744"/>
                  <a:pt x="0" y="401464"/>
                </a:cubicBezTo>
                <a:cubicBezTo>
                  <a:pt x="0" y="349994"/>
                  <a:pt x="20464" y="300633"/>
                  <a:pt x="56803" y="264294"/>
                </a:cubicBezTo>
                <a:lnTo>
                  <a:pt x="144983" y="176113"/>
                </a:lnTo>
                <a:cubicBezTo>
                  <a:pt x="181322" y="139774"/>
                  <a:pt x="230684" y="119311"/>
                  <a:pt x="282153" y="119311"/>
                </a:cubicBezTo>
                <a:cubicBezTo>
                  <a:pt x="389558" y="119311"/>
                  <a:pt x="476250" y="206871"/>
                  <a:pt x="476250" y="313903"/>
                </a:cubicBezTo>
                <a:cubicBezTo>
                  <a:pt x="476250" y="315516"/>
                  <a:pt x="476250" y="317128"/>
                  <a:pt x="476250" y="318740"/>
                </a:cubicBezTo>
                <a:cubicBezTo>
                  <a:pt x="475754" y="340692"/>
                  <a:pt x="457522" y="357932"/>
                  <a:pt x="435570" y="357436"/>
                </a:cubicBezTo>
                <a:cubicBezTo>
                  <a:pt x="413618" y="356939"/>
                  <a:pt x="396379" y="338708"/>
                  <a:pt x="396875" y="316756"/>
                </a:cubicBezTo>
                <a:cubicBezTo>
                  <a:pt x="396875" y="315764"/>
                  <a:pt x="396875" y="314896"/>
                  <a:pt x="396875" y="313903"/>
                </a:cubicBezTo>
                <a:cubicBezTo>
                  <a:pt x="396875" y="272107"/>
                  <a:pt x="374551" y="235396"/>
                  <a:pt x="341312" y="215181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21" name="Text 19"/>
          <p:cNvSpPr/>
          <p:nvPr/>
        </p:nvSpPr>
        <p:spPr>
          <a:xfrm>
            <a:off x="7112000" y="3492500"/>
            <a:ext cx="2489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 Connections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12000" y="3937000"/>
            <a:ext cx="24892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Related notes and concepts are linked together.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779000" y="3683000"/>
            <a:ext cx="304800" cy="0"/>
          </a:xfrm>
          <a:prstGeom prst="straightConnector1">
            <a:avLst/>
          </a:prstGeom>
          <a:noFill/>
          <a:ln w="38100">
            <a:solidFill>
              <a:srgbClr val="E87722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10160000" y="1778000"/>
            <a:ext cx="2743200" cy="431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10160000" y="1968500"/>
            <a:ext cx="2743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1007725" y="2667000"/>
            <a:ext cx="793750" cy="635000"/>
          </a:xfrm>
          <a:custGeom>
            <a:avLst/>
            <a:gdLst/>
            <a:ahLst/>
            <a:cxnLst/>
            <a:rect l="l" t="t" r="r" b="b"/>
            <a:pathLst>
              <a:path w="793750" h="635000">
                <a:moveTo>
                  <a:pt x="436563" y="0"/>
                </a:moveTo>
                <a:cubicBezTo>
                  <a:pt x="436563" y="-21952"/>
                  <a:pt x="418827" y="-39687"/>
                  <a:pt x="396875" y="-39687"/>
                </a:cubicBezTo>
                <a:cubicBezTo>
                  <a:pt x="374923" y="-39687"/>
                  <a:pt x="357188" y="-21952"/>
                  <a:pt x="357188" y="0"/>
                </a:cubicBezTo>
                <a:lnTo>
                  <a:pt x="357188" y="79375"/>
                </a:lnTo>
                <a:lnTo>
                  <a:pt x="238125" y="79375"/>
                </a:lnTo>
                <a:cubicBezTo>
                  <a:pt x="172393" y="79375"/>
                  <a:pt x="119062" y="132705"/>
                  <a:pt x="119062" y="198438"/>
                </a:cubicBezTo>
                <a:lnTo>
                  <a:pt x="119062" y="476250"/>
                </a:lnTo>
                <a:cubicBezTo>
                  <a:pt x="119062" y="541982"/>
                  <a:pt x="172393" y="595313"/>
                  <a:pt x="238125" y="595313"/>
                </a:cubicBezTo>
                <a:lnTo>
                  <a:pt x="555625" y="595313"/>
                </a:lnTo>
                <a:cubicBezTo>
                  <a:pt x="621357" y="595313"/>
                  <a:pt x="674688" y="541982"/>
                  <a:pt x="674688" y="476250"/>
                </a:cubicBezTo>
                <a:lnTo>
                  <a:pt x="674688" y="198438"/>
                </a:lnTo>
                <a:cubicBezTo>
                  <a:pt x="674688" y="132705"/>
                  <a:pt x="621357" y="79375"/>
                  <a:pt x="555625" y="79375"/>
                </a:cubicBezTo>
                <a:lnTo>
                  <a:pt x="436563" y="79375"/>
                </a:lnTo>
                <a:lnTo>
                  <a:pt x="436563" y="0"/>
                </a:lnTo>
                <a:close/>
                <a:moveTo>
                  <a:pt x="198438" y="456406"/>
                </a:moveTo>
                <a:cubicBezTo>
                  <a:pt x="198438" y="439911"/>
                  <a:pt x="211708" y="426641"/>
                  <a:pt x="228203" y="426641"/>
                </a:cubicBezTo>
                <a:lnTo>
                  <a:pt x="267891" y="426641"/>
                </a:lnTo>
                <a:cubicBezTo>
                  <a:pt x="284386" y="426641"/>
                  <a:pt x="297656" y="439911"/>
                  <a:pt x="297656" y="456406"/>
                </a:cubicBezTo>
                <a:cubicBezTo>
                  <a:pt x="297656" y="472901"/>
                  <a:pt x="284386" y="486172"/>
                  <a:pt x="267891" y="486172"/>
                </a:cubicBezTo>
                <a:lnTo>
                  <a:pt x="228203" y="486172"/>
                </a:lnTo>
                <a:cubicBezTo>
                  <a:pt x="211708" y="486172"/>
                  <a:pt x="198438" y="472901"/>
                  <a:pt x="198438" y="456406"/>
                </a:cubicBezTo>
                <a:close/>
                <a:moveTo>
                  <a:pt x="347266" y="456406"/>
                </a:moveTo>
                <a:cubicBezTo>
                  <a:pt x="347266" y="439911"/>
                  <a:pt x="360536" y="426641"/>
                  <a:pt x="377031" y="426641"/>
                </a:cubicBezTo>
                <a:lnTo>
                  <a:pt x="416719" y="426641"/>
                </a:lnTo>
                <a:cubicBezTo>
                  <a:pt x="433214" y="426641"/>
                  <a:pt x="446484" y="439911"/>
                  <a:pt x="446484" y="456406"/>
                </a:cubicBezTo>
                <a:cubicBezTo>
                  <a:pt x="446484" y="472901"/>
                  <a:pt x="433214" y="486172"/>
                  <a:pt x="416719" y="486172"/>
                </a:cubicBezTo>
                <a:lnTo>
                  <a:pt x="377031" y="486172"/>
                </a:lnTo>
                <a:cubicBezTo>
                  <a:pt x="360536" y="486172"/>
                  <a:pt x="347266" y="472901"/>
                  <a:pt x="347266" y="456406"/>
                </a:cubicBezTo>
                <a:close/>
                <a:moveTo>
                  <a:pt x="496094" y="456406"/>
                </a:moveTo>
                <a:cubicBezTo>
                  <a:pt x="496094" y="439911"/>
                  <a:pt x="509364" y="426641"/>
                  <a:pt x="525859" y="426641"/>
                </a:cubicBezTo>
                <a:lnTo>
                  <a:pt x="565547" y="426641"/>
                </a:lnTo>
                <a:cubicBezTo>
                  <a:pt x="582042" y="426641"/>
                  <a:pt x="595313" y="439911"/>
                  <a:pt x="595313" y="456406"/>
                </a:cubicBezTo>
                <a:cubicBezTo>
                  <a:pt x="595313" y="472901"/>
                  <a:pt x="582042" y="486172"/>
                  <a:pt x="565547" y="486172"/>
                </a:cubicBezTo>
                <a:lnTo>
                  <a:pt x="525859" y="486172"/>
                </a:lnTo>
                <a:cubicBezTo>
                  <a:pt x="509364" y="486172"/>
                  <a:pt x="496094" y="472901"/>
                  <a:pt x="496094" y="456406"/>
                </a:cubicBezTo>
                <a:close/>
                <a:moveTo>
                  <a:pt x="277813" y="218281"/>
                </a:moveTo>
                <a:cubicBezTo>
                  <a:pt x="310669" y="218281"/>
                  <a:pt x="337344" y="244956"/>
                  <a:pt x="337344" y="277813"/>
                </a:cubicBezTo>
                <a:cubicBezTo>
                  <a:pt x="337344" y="310669"/>
                  <a:pt x="310669" y="337344"/>
                  <a:pt x="277813" y="337344"/>
                </a:cubicBezTo>
                <a:cubicBezTo>
                  <a:pt x="244956" y="337344"/>
                  <a:pt x="218281" y="310669"/>
                  <a:pt x="218281" y="277813"/>
                </a:cubicBezTo>
                <a:cubicBezTo>
                  <a:pt x="218281" y="244956"/>
                  <a:pt x="244956" y="218281"/>
                  <a:pt x="277813" y="218281"/>
                </a:cubicBezTo>
                <a:close/>
                <a:moveTo>
                  <a:pt x="456406" y="277813"/>
                </a:moveTo>
                <a:cubicBezTo>
                  <a:pt x="456406" y="244956"/>
                  <a:pt x="483081" y="218281"/>
                  <a:pt x="515937" y="218281"/>
                </a:cubicBezTo>
                <a:cubicBezTo>
                  <a:pt x="548794" y="218281"/>
                  <a:pt x="575469" y="244956"/>
                  <a:pt x="575469" y="277813"/>
                </a:cubicBezTo>
                <a:cubicBezTo>
                  <a:pt x="575469" y="310669"/>
                  <a:pt x="548794" y="337344"/>
                  <a:pt x="515937" y="337344"/>
                </a:cubicBezTo>
                <a:cubicBezTo>
                  <a:pt x="483081" y="337344"/>
                  <a:pt x="456406" y="310669"/>
                  <a:pt x="456406" y="277813"/>
                </a:cubicBezTo>
                <a:close/>
                <a:moveTo>
                  <a:pt x="79375" y="277813"/>
                </a:moveTo>
                <a:cubicBezTo>
                  <a:pt x="79375" y="255860"/>
                  <a:pt x="61640" y="238125"/>
                  <a:pt x="39688" y="238125"/>
                </a:cubicBezTo>
                <a:cubicBezTo>
                  <a:pt x="17735" y="238125"/>
                  <a:pt x="0" y="255860"/>
                  <a:pt x="0" y="277813"/>
                </a:cubicBezTo>
                <a:lnTo>
                  <a:pt x="0" y="396875"/>
                </a:lnTo>
                <a:cubicBezTo>
                  <a:pt x="0" y="418827"/>
                  <a:pt x="17735" y="436563"/>
                  <a:pt x="39688" y="436563"/>
                </a:cubicBezTo>
                <a:cubicBezTo>
                  <a:pt x="61640" y="436563"/>
                  <a:pt x="79375" y="418827"/>
                  <a:pt x="79375" y="396875"/>
                </a:cubicBezTo>
                <a:lnTo>
                  <a:pt x="79375" y="277813"/>
                </a:lnTo>
                <a:close/>
                <a:moveTo>
                  <a:pt x="754063" y="238125"/>
                </a:moveTo>
                <a:cubicBezTo>
                  <a:pt x="732110" y="238125"/>
                  <a:pt x="714375" y="255860"/>
                  <a:pt x="714375" y="277813"/>
                </a:cubicBezTo>
                <a:lnTo>
                  <a:pt x="714375" y="396875"/>
                </a:lnTo>
                <a:cubicBezTo>
                  <a:pt x="714375" y="418827"/>
                  <a:pt x="732110" y="436563"/>
                  <a:pt x="754063" y="436563"/>
                </a:cubicBezTo>
                <a:cubicBezTo>
                  <a:pt x="776015" y="436563"/>
                  <a:pt x="793750" y="418827"/>
                  <a:pt x="793750" y="396875"/>
                </a:cubicBezTo>
                <a:lnTo>
                  <a:pt x="793750" y="277813"/>
                </a:lnTo>
                <a:cubicBezTo>
                  <a:pt x="793750" y="255860"/>
                  <a:pt x="776015" y="238125"/>
                  <a:pt x="754063" y="238125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27" name="Text 25"/>
          <p:cNvSpPr/>
          <p:nvPr/>
        </p:nvSpPr>
        <p:spPr>
          <a:xfrm>
            <a:off x="10287000" y="3492500"/>
            <a:ext cx="2489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 with AI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287000" y="3937000"/>
            <a:ext cx="24892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Users chat with the system for answers or changes.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2954000" y="3683000"/>
            <a:ext cx="304800" cy="0"/>
          </a:xfrm>
          <a:prstGeom prst="straightConnector1">
            <a:avLst/>
          </a:prstGeom>
          <a:noFill/>
          <a:ln w="38100">
            <a:solidFill>
              <a:srgbClr val="E87722"/>
            </a:solidFill>
            <a:prstDash val="solid"/>
            <a:headEnd type="none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13335000" y="1778000"/>
            <a:ext cx="2286000" cy="431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1" name="Text 29"/>
          <p:cNvSpPr/>
          <p:nvPr/>
        </p:nvSpPr>
        <p:spPr>
          <a:xfrm>
            <a:off x="13335000" y="196850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4033500" y="2667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317500" y="635000"/>
                </a:moveTo>
                <a:cubicBezTo>
                  <a:pt x="492733" y="635000"/>
                  <a:pt x="635000" y="492733"/>
                  <a:pt x="635000" y="317500"/>
                </a:cubicBezTo>
                <a:cubicBezTo>
                  <a:pt x="635000" y="142267"/>
                  <a:pt x="492733" y="0"/>
                  <a:pt x="317500" y="0"/>
                </a:cubicBezTo>
                <a:cubicBezTo>
                  <a:pt x="142267" y="0"/>
                  <a:pt x="0" y="142267"/>
                  <a:pt x="0" y="317500"/>
                </a:cubicBezTo>
                <a:cubicBezTo>
                  <a:pt x="0" y="492733"/>
                  <a:pt x="142267" y="635000"/>
                  <a:pt x="317500" y="635000"/>
                </a:cubicBezTo>
                <a:close/>
                <a:moveTo>
                  <a:pt x="380380" y="403200"/>
                </a:moveTo>
                <a:lnTo>
                  <a:pt x="201414" y="472033"/>
                </a:lnTo>
                <a:cubicBezTo>
                  <a:pt x="177354" y="481335"/>
                  <a:pt x="153665" y="457646"/>
                  <a:pt x="162967" y="433586"/>
                </a:cubicBezTo>
                <a:lnTo>
                  <a:pt x="231800" y="254620"/>
                </a:lnTo>
                <a:cubicBezTo>
                  <a:pt x="235893" y="244078"/>
                  <a:pt x="244078" y="235893"/>
                  <a:pt x="254620" y="231800"/>
                </a:cubicBezTo>
                <a:lnTo>
                  <a:pt x="433586" y="162967"/>
                </a:lnTo>
                <a:cubicBezTo>
                  <a:pt x="457646" y="153665"/>
                  <a:pt x="481335" y="177354"/>
                  <a:pt x="472033" y="201414"/>
                </a:cubicBezTo>
                <a:lnTo>
                  <a:pt x="403200" y="380380"/>
                </a:lnTo>
                <a:cubicBezTo>
                  <a:pt x="399231" y="390922"/>
                  <a:pt x="390922" y="399107"/>
                  <a:pt x="380380" y="403200"/>
                </a:cubicBezTo>
                <a:close/>
                <a:moveTo>
                  <a:pt x="357188" y="317500"/>
                </a:moveTo>
                <a:cubicBezTo>
                  <a:pt x="357188" y="295596"/>
                  <a:pt x="339404" y="277813"/>
                  <a:pt x="317500" y="277813"/>
                </a:cubicBezTo>
                <a:cubicBezTo>
                  <a:pt x="295596" y="277813"/>
                  <a:pt x="277813" y="295596"/>
                  <a:pt x="277813" y="317500"/>
                </a:cubicBezTo>
                <a:cubicBezTo>
                  <a:pt x="277813" y="339404"/>
                  <a:pt x="295596" y="357188"/>
                  <a:pt x="317500" y="357188"/>
                </a:cubicBezTo>
                <a:cubicBezTo>
                  <a:pt x="339404" y="357188"/>
                  <a:pt x="357188" y="339404"/>
                  <a:pt x="357188" y="317500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33" name="Text 31"/>
          <p:cNvSpPr/>
          <p:nvPr/>
        </p:nvSpPr>
        <p:spPr>
          <a:xfrm>
            <a:off x="13462000" y="34925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Explore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3462000" y="3937000"/>
            <a:ext cx="20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Read, search, and navigate information easily.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5000" y="6477000"/>
            <a:ext cx="14986000" cy="7620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6" name="Text 34"/>
          <p:cNvSpPr/>
          <p:nvPr/>
        </p:nvSpPr>
        <p:spPr>
          <a:xfrm>
            <a:off x="635000" y="6477000"/>
            <a:ext cx="1498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 → Organize → Connect → Interact → Explore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9000"/>
            <a:ext cx="16256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0"/>
            <a:ext cx="1498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PLUGIN FEATURE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35000" y="1168400"/>
            <a:ext cx="1498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 Extensions for Developers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35000" y="1676400"/>
            <a:ext cx="1498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D5A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 the future, NoteRootAI will support </a:t>
            </a:r>
            <a:pPr>
              <a:lnSpc>
                <a:spcPct val="100000"/>
              </a:lnSpc>
            </a:pPr>
            <a:r>
              <a:rPr lang="en-US" sz="1600" b="1" dirty="0">
                <a:solidFill>
                  <a:srgbClr val="3D5A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plugins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3D5A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extended functionality.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5000" y="2184400"/>
            <a:ext cx="635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spc="200" kern="0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DEVELOPERS CAN CREATE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000" y="2641600"/>
            <a:ext cx="4699000" cy="5334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9" name="Shape 7"/>
          <p:cNvSpPr/>
          <p:nvPr/>
        </p:nvSpPr>
        <p:spPr>
          <a:xfrm>
            <a:off x="635000" y="2641600"/>
            <a:ext cx="63500" cy="5334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0" name="Shape 8"/>
          <p:cNvSpPr/>
          <p:nvPr/>
        </p:nvSpPr>
        <p:spPr>
          <a:xfrm>
            <a:off x="911225" y="2730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77800" y="22225"/>
                </a:moveTo>
                <a:cubicBezTo>
                  <a:pt x="177800" y="9932"/>
                  <a:pt x="167868" y="0"/>
                  <a:pt x="155575" y="0"/>
                </a:cubicBezTo>
                <a:cubicBezTo>
                  <a:pt x="143282" y="0"/>
                  <a:pt x="133350" y="9932"/>
                  <a:pt x="133350" y="22225"/>
                </a:cubicBezTo>
                <a:lnTo>
                  <a:pt x="133350" y="168563"/>
                </a:lnTo>
                <a:lnTo>
                  <a:pt x="104596" y="139809"/>
                </a:lnTo>
                <a:cubicBezTo>
                  <a:pt x="95915" y="131128"/>
                  <a:pt x="81816" y="131128"/>
                  <a:pt x="73134" y="139809"/>
                </a:cubicBezTo>
                <a:cubicBezTo>
                  <a:pt x="64453" y="148491"/>
                  <a:pt x="64453" y="162590"/>
                  <a:pt x="73134" y="171271"/>
                </a:cubicBezTo>
                <a:lnTo>
                  <a:pt x="139809" y="237946"/>
                </a:lnTo>
                <a:cubicBezTo>
                  <a:pt x="148491" y="246628"/>
                  <a:pt x="162590" y="246628"/>
                  <a:pt x="171271" y="237946"/>
                </a:cubicBezTo>
                <a:lnTo>
                  <a:pt x="237946" y="171271"/>
                </a:lnTo>
                <a:cubicBezTo>
                  <a:pt x="246628" y="162590"/>
                  <a:pt x="246628" y="148491"/>
                  <a:pt x="237946" y="139809"/>
                </a:cubicBezTo>
                <a:cubicBezTo>
                  <a:pt x="229265" y="131128"/>
                  <a:pt x="215166" y="131128"/>
                  <a:pt x="206484" y="139809"/>
                </a:cubicBezTo>
                <a:lnTo>
                  <a:pt x="177800" y="168563"/>
                </a:lnTo>
                <a:lnTo>
                  <a:pt x="177800" y="22225"/>
                </a:lnTo>
                <a:close/>
                <a:moveTo>
                  <a:pt x="44450" y="222250"/>
                </a:moveTo>
                <a:cubicBezTo>
                  <a:pt x="19933" y="222250"/>
                  <a:pt x="0" y="242183"/>
                  <a:pt x="0" y="266700"/>
                </a:cubicBez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266700" y="333375"/>
                </a:lnTo>
                <a:cubicBezTo>
                  <a:pt x="291217" y="333375"/>
                  <a:pt x="311150" y="313442"/>
                  <a:pt x="311150" y="288925"/>
                </a:cubicBezTo>
                <a:lnTo>
                  <a:pt x="311150" y="266700"/>
                </a:lnTo>
                <a:cubicBezTo>
                  <a:pt x="311150" y="242183"/>
                  <a:pt x="291217" y="222250"/>
                  <a:pt x="266700" y="222250"/>
                </a:cubicBezTo>
                <a:lnTo>
                  <a:pt x="234126" y="222250"/>
                </a:lnTo>
                <a:lnTo>
                  <a:pt x="194816" y="261560"/>
                </a:lnTo>
                <a:cubicBezTo>
                  <a:pt x="173147" y="283230"/>
                  <a:pt x="137934" y="283230"/>
                  <a:pt x="116265" y="261560"/>
                </a:cubicBezTo>
                <a:lnTo>
                  <a:pt x="77024" y="222250"/>
                </a:lnTo>
                <a:lnTo>
                  <a:pt x="44450" y="222250"/>
                </a:lnTo>
                <a:close/>
                <a:moveTo>
                  <a:pt x="255587" y="261144"/>
                </a:moveTo>
                <a:cubicBezTo>
                  <a:pt x="264787" y="261144"/>
                  <a:pt x="272256" y="268613"/>
                  <a:pt x="272256" y="277813"/>
                </a:cubicBezTo>
                <a:cubicBezTo>
                  <a:pt x="272256" y="287012"/>
                  <a:pt x="264787" y="294481"/>
                  <a:pt x="255587" y="294481"/>
                </a:cubicBezTo>
                <a:cubicBezTo>
                  <a:pt x="246388" y="294481"/>
                  <a:pt x="238919" y="287012"/>
                  <a:pt x="238919" y="277813"/>
                </a:cubicBezTo>
                <a:cubicBezTo>
                  <a:pt x="238919" y="268613"/>
                  <a:pt x="246388" y="261144"/>
                  <a:pt x="255587" y="261144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1" name="Text 9"/>
          <p:cNvSpPr/>
          <p:nvPr/>
        </p:nvSpPr>
        <p:spPr>
          <a:xfrm>
            <a:off x="1346200" y="2641600"/>
            <a:ext cx="3733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Notion importer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88000" y="2641600"/>
            <a:ext cx="4699000" cy="5334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3" name="Shape 11"/>
          <p:cNvSpPr/>
          <p:nvPr/>
        </p:nvSpPr>
        <p:spPr>
          <a:xfrm>
            <a:off x="5588000" y="2641600"/>
            <a:ext cx="63500" cy="533400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4" name="Shape 12"/>
          <p:cNvSpPr/>
          <p:nvPr/>
        </p:nvSpPr>
        <p:spPr>
          <a:xfrm>
            <a:off x="5842000" y="2730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55600" y="177800"/>
                </a:moveTo>
                <a:cubicBezTo>
                  <a:pt x="355600" y="178425"/>
                  <a:pt x="355600" y="179050"/>
                  <a:pt x="355600" y="179675"/>
                </a:cubicBezTo>
                <a:cubicBezTo>
                  <a:pt x="355322" y="205026"/>
                  <a:pt x="332264" y="222250"/>
                  <a:pt x="306913" y="222250"/>
                </a:cubicBezTo>
                <a:lnTo>
                  <a:pt x="238919" y="222250"/>
                </a:lnTo>
                <a:cubicBezTo>
                  <a:pt x="220514" y="222250"/>
                  <a:pt x="205581" y="237182"/>
                  <a:pt x="205581" y="255587"/>
                </a:cubicBezTo>
                <a:cubicBezTo>
                  <a:pt x="205581" y="257949"/>
                  <a:pt x="205859" y="260241"/>
                  <a:pt x="206276" y="262463"/>
                </a:cubicBezTo>
                <a:cubicBezTo>
                  <a:pt x="207734" y="269548"/>
                  <a:pt x="210790" y="276354"/>
                  <a:pt x="213777" y="283230"/>
                </a:cubicBezTo>
                <a:cubicBezTo>
                  <a:pt x="218013" y="292814"/>
                  <a:pt x="222181" y="302329"/>
                  <a:pt x="222181" y="312400"/>
                </a:cubicBezTo>
                <a:cubicBezTo>
                  <a:pt x="222181" y="334486"/>
                  <a:pt x="207179" y="354558"/>
                  <a:pt x="185093" y="355461"/>
                </a:cubicBezTo>
                <a:cubicBezTo>
                  <a:pt x="182662" y="355531"/>
                  <a:pt x="180231" y="355600"/>
                  <a:pt x="177731" y="355600"/>
                </a:cubicBezTo>
                <a:cubicBezTo>
                  <a:pt x="79524" y="355600"/>
                  <a:pt x="-69" y="276007"/>
                  <a:pt x="-69" y="177800"/>
                </a:cubicBezTo>
                <a:cubicBezTo>
                  <a:pt x="-69" y="79593"/>
                  <a:pt x="79593" y="0"/>
                  <a:pt x="177800" y="0"/>
                </a:cubicBezTo>
                <a:cubicBezTo>
                  <a:pt x="276007" y="0"/>
                  <a:pt x="355600" y="79593"/>
                  <a:pt x="355600" y="177800"/>
                </a:cubicBezTo>
                <a:close/>
                <a:moveTo>
                  <a:pt x="88900" y="200025"/>
                </a:moveTo>
                <a:cubicBezTo>
                  <a:pt x="88900" y="187759"/>
                  <a:pt x="78941" y="177800"/>
                  <a:pt x="66675" y="177800"/>
                </a:cubicBezTo>
                <a:cubicBezTo>
                  <a:pt x="54409" y="177800"/>
                  <a:pt x="44450" y="187759"/>
                  <a:pt x="44450" y="200025"/>
                </a:cubicBezTo>
                <a:cubicBezTo>
                  <a:pt x="44450" y="212291"/>
                  <a:pt x="54409" y="222250"/>
                  <a:pt x="66675" y="222250"/>
                </a:cubicBezTo>
                <a:cubicBezTo>
                  <a:pt x="78941" y="222250"/>
                  <a:pt x="88900" y="212291"/>
                  <a:pt x="88900" y="200025"/>
                </a:cubicBezTo>
                <a:close/>
                <a:moveTo>
                  <a:pt x="88900" y="133350"/>
                </a:moveTo>
                <a:cubicBezTo>
                  <a:pt x="101166" y="133350"/>
                  <a:pt x="111125" y="123391"/>
                  <a:pt x="111125" y="111125"/>
                </a:cubicBezTo>
                <a:cubicBezTo>
                  <a:pt x="111125" y="98859"/>
                  <a:pt x="101166" y="88900"/>
                  <a:pt x="88900" y="88900"/>
                </a:cubicBezTo>
                <a:cubicBezTo>
                  <a:pt x="76634" y="88900"/>
                  <a:pt x="66675" y="98859"/>
                  <a:pt x="66675" y="111125"/>
                </a:cubicBezTo>
                <a:cubicBezTo>
                  <a:pt x="66675" y="123391"/>
                  <a:pt x="76634" y="133350"/>
                  <a:pt x="88900" y="133350"/>
                </a:cubicBezTo>
                <a:close/>
                <a:moveTo>
                  <a:pt x="200025" y="66675"/>
                </a:moveTo>
                <a:cubicBezTo>
                  <a:pt x="200025" y="54409"/>
                  <a:pt x="190066" y="44450"/>
                  <a:pt x="177800" y="44450"/>
                </a:cubicBezTo>
                <a:cubicBezTo>
                  <a:pt x="165534" y="44450"/>
                  <a:pt x="155575" y="54409"/>
                  <a:pt x="155575" y="66675"/>
                </a:cubicBezTo>
                <a:cubicBezTo>
                  <a:pt x="155575" y="78941"/>
                  <a:pt x="165534" y="88900"/>
                  <a:pt x="177800" y="88900"/>
                </a:cubicBezTo>
                <a:cubicBezTo>
                  <a:pt x="190066" y="88900"/>
                  <a:pt x="200025" y="78941"/>
                  <a:pt x="200025" y="66675"/>
                </a:cubicBezTo>
                <a:close/>
                <a:moveTo>
                  <a:pt x="266700" y="133350"/>
                </a:moveTo>
                <a:cubicBezTo>
                  <a:pt x="278966" y="133350"/>
                  <a:pt x="288925" y="123391"/>
                  <a:pt x="288925" y="111125"/>
                </a:cubicBezTo>
                <a:cubicBezTo>
                  <a:pt x="288925" y="98859"/>
                  <a:pt x="278966" y="88900"/>
                  <a:pt x="266700" y="88900"/>
                </a:cubicBezTo>
                <a:cubicBezTo>
                  <a:pt x="254434" y="88900"/>
                  <a:pt x="244475" y="98859"/>
                  <a:pt x="244475" y="111125"/>
                </a:cubicBezTo>
                <a:cubicBezTo>
                  <a:pt x="244475" y="123391"/>
                  <a:pt x="254434" y="133350"/>
                  <a:pt x="266700" y="133350"/>
                </a:cubicBezTo>
                <a:close/>
              </a:path>
            </a:pathLst>
          </a:custGeom>
          <a:solidFill>
            <a:srgbClr val="3D5A80"/>
          </a:solidFill>
          <a:ln/>
        </p:spPr>
      </p:sp>
      <p:sp>
        <p:nvSpPr>
          <p:cNvPr id="15" name="Text 13"/>
          <p:cNvSpPr/>
          <p:nvPr/>
        </p:nvSpPr>
        <p:spPr>
          <a:xfrm>
            <a:off x="6299200" y="2641600"/>
            <a:ext cx="3733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 themes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541000" y="2641600"/>
            <a:ext cx="4699000" cy="5334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7" name="Shape 15"/>
          <p:cNvSpPr/>
          <p:nvPr/>
        </p:nvSpPr>
        <p:spPr>
          <a:xfrm>
            <a:off x="10541000" y="2641600"/>
            <a:ext cx="63500" cy="5334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Shape 16"/>
          <p:cNvSpPr/>
          <p:nvPr/>
        </p:nvSpPr>
        <p:spPr>
          <a:xfrm>
            <a:off x="10772775" y="2730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55644" y="67439"/>
                </a:moveTo>
                <a:lnTo>
                  <a:pt x="155644" y="101888"/>
                </a:lnTo>
                <a:lnTo>
                  <a:pt x="155992" y="102235"/>
                </a:lnTo>
                <a:cubicBezTo>
                  <a:pt x="160506" y="45006"/>
                  <a:pt x="208359" y="0"/>
                  <a:pt x="266769" y="0"/>
                </a:cubicBezTo>
                <a:cubicBezTo>
                  <a:pt x="280730" y="0"/>
                  <a:pt x="294134" y="2570"/>
                  <a:pt x="306427" y="7293"/>
                </a:cubicBezTo>
                <a:cubicBezTo>
                  <a:pt x="313373" y="9932"/>
                  <a:pt x="314623" y="18752"/>
                  <a:pt x="309414" y="24031"/>
                </a:cubicBezTo>
                <a:lnTo>
                  <a:pt x="247809" y="85636"/>
                </a:lnTo>
                <a:cubicBezTo>
                  <a:pt x="245725" y="87719"/>
                  <a:pt x="244544" y="90567"/>
                  <a:pt x="244544" y="93484"/>
                </a:cubicBezTo>
                <a:lnTo>
                  <a:pt x="244544" y="122238"/>
                </a:lnTo>
                <a:cubicBezTo>
                  <a:pt x="244544" y="128349"/>
                  <a:pt x="249545" y="133350"/>
                  <a:pt x="255657" y="133350"/>
                </a:cubicBezTo>
                <a:lnTo>
                  <a:pt x="284411" y="133350"/>
                </a:lnTo>
                <a:cubicBezTo>
                  <a:pt x="287328" y="133350"/>
                  <a:pt x="290175" y="132169"/>
                  <a:pt x="292259" y="130086"/>
                </a:cubicBezTo>
                <a:lnTo>
                  <a:pt x="353864" y="68481"/>
                </a:lnTo>
                <a:cubicBezTo>
                  <a:pt x="359142" y="63202"/>
                  <a:pt x="367963" y="64522"/>
                  <a:pt x="370602" y="71467"/>
                </a:cubicBezTo>
                <a:cubicBezTo>
                  <a:pt x="375325" y="83760"/>
                  <a:pt x="377894" y="97165"/>
                  <a:pt x="377894" y="111125"/>
                </a:cubicBezTo>
                <a:cubicBezTo>
                  <a:pt x="377894" y="153214"/>
                  <a:pt x="354489" y="189885"/>
                  <a:pt x="319901" y="208707"/>
                </a:cubicBezTo>
                <a:lnTo>
                  <a:pt x="376505" y="265311"/>
                </a:lnTo>
                <a:cubicBezTo>
                  <a:pt x="389493" y="278299"/>
                  <a:pt x="389493" y="299412"/>
                  <a:pt x="376505" y="312470"/>
                </a:cubicBezTo>
                <a:lnTo>
                  <a:pt x="334764" y="354211"/>
                </a:lnTo>
                <a:cubicBezTo>
                  <a:pt x="321776" y="367199"/>
                  <a:pt x="300663" y="367199"/>
                  <a:pt x="287605" y="354211"/>
                </a:cubicBezTo>
                <a:lnTo>
                  <a:pt x="200094" y="266700"/>
                </a:lnTo>
                <a:cubicBezTo>
                  <a:pt x="181064" y="247670"/>
                  <a:pt x="176758" y="219541"/>
                  <a:pt x="187246" y="196344"/>
                </a:cubicBezTo>
                <a:lnTo>
                  <a:pt x="124252" y="133350"/>
                </a:lnTo>
                <a:lnTo>
                  <a:pt x="89803" y="133350"/>
                </a:lnTo>
                <a:cubicBezTo>
                  <a:pt x="82371" y="133350"/>
                  <a:pt x="75426" y="129669"/>
                  <a:pt x="71328" y="123488"/>
                </a:cubicBezTo>
                <a:lnTo>
                  <a:pt x="16252" y="40908"/>
                </a:lnTo>
                <a:cubicBezTo>
                  <a:pt x="13335" y="36532"/>
                  <a:pt x="13891" y="30629"/>
                  <a:pt x="17641" y="26878"/>
                </a:cubicBezTo>
                <a:lnTo>
                  <a:pt x="49173" y="-4653"/>
                </a:lnTo>
                <a:cubicBezTo>
                  <a:pt x="52923" y="-8404"/>
                  <a:pt x="58757" y="-8959"/>
                  <a:pt x="63202" y="-6042"/>
                </a:cubicBezTo>
                <a:lnTo>
                  <a:pt x="145782" y="48964"/>
                </a:lnTo>
                <a:cubicBezTo>
                  <a:pt x="151963" y="53062"/>
                  <a:pt x="155644" y="60008"/>
                  <a:pt x="155644" y="67439"/>
                </a:cubicBezTo>
                <a:close/>
                <a:moveTo>
                  <a:pt x="149741" y="205998"/>
                </a:moveTo>
                <a:cubicBezTo>
                  <a:pt x="145365" y="231696"/>
                  <a:pt x="151408" y="258852"/>
                  <a:pt x="168077" y="280591"/>
                </a:cubicBezTo>
                <a:lnTo>
                  <a:pt x="102096" y="346502"/>
                </a:lnTo>
                <a:cubicBezTo>
                  <a:pt x="82580" y="366018"/>
                  <a:pt x="50909" y="366018"/>
                  <a:pt x="31393" y="346502"/>
                </a:cubicBezTo>
                <a:cubicBezTo>
                  <a:pt x="11876" y="326985"/>
                  <a:pt x="11876" y="295315"/>
                  <a:pt x="31393" y="275798"/>
                </a:cubicBezTo>
                <a:lnTo>
                  <a:pt x="125432" y="181759"/>
                </a:lnTo>
                <a:lnTo>
                  <a:pt x="149741" y="206067"/>
                </a:lnTo>
                <a:close/>
              </a:path>
            </a:pathLst>
          </a:cu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11252200" y="2641600"/>
            <a:ext cx="3733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 productivity tools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5000" y="3302000"/>
            <a:ext cx="4699000" cy="5334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1" name="Shape 19"/>
          <p:cNvSpPr/>
          <p:nvPr/>
        </p:nvSpPr>
        <p:spPr>
          <a:xfrm>
            <a:off x="635000" y="3302000"/>
            <a:ext cx="63500" cy="5334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2" name="Shape 20"/>
          <p:cNvSpPr/>
          <p:nvPr/>
        </p:nvSpPr>
        <p:spPr>
          <a:xfrm>
            <a:off x="866775" y="33909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67022" y="0"/>
                </a:moveTo>
                <a:cubicBezTo>
                  <a:pt x="42505" y="0"/>
                  <a:pt x="22572" y="19933"/>
                  <a:pt x="22572" y="44450"/>
                </a:cubicBezTo>
                <a:lnTo>
                  <a:pt x="22572" y="311150"/>
                </a:lnTo>
                <a:cubicBezTo>
                  <a:pt x="22572" y="335667"/>
                  <a:pt x="42505" y="355600"/>
                  <a:pt x="67022" y="355600"/>
                </a:cubicBezTo>
                <a:lnTo>
                  <a:pt x="244822" y="355600"/>
                </a:lnTo>
                <a:cubicBezTo>
                  <a:pt x="269339" y="355600"/>
                  <a:pt x="289272" y="335667"/>
                  <a:pt x="289272" y="311150"/>
                </a:cubicBezTo>
                <a:lnTo>
                  <a:pt x="289272" y="244475"/>
                </a:lnTo>
                <a:lnTo>
                  <a:pt x="343515" y="244475"/>
                </a:lnTo>
                <a:lnTo>
                  <a:pt x="321985" y="266005"/>
                </a:lnTo>
                <a:cubicBezTo>
                  <a:pt x="315456" y="272534"/>
                  <a:pt x="315456" y="283091"/>
                  <a:pt x="321985" y="289550"/>
                </a:cubicBezTo>
                <a:cubicBezTo>
                  <a:pt x="328513" y="296009"/>
                  <a:pt x="339070" y="296079"/>
                  <a:pt x="345529" y="289550"/>
                </a:cubicBezTo>
                <a:lnTo>
                  <a:pt x="395536" y="239544"/>
                </a:lnTo>
                <a:cubicBezTo>
                  <a:pt x="402064" y="233015"/>
                  <a:pt x="402064" y="222458"/>
                  <a:pt x="395536" y="215999"/>
                </a:cubicBezTo>
                <a:lnTo>
                  <a:pt x="345529" y="165993"/>
                </a:lnTo>
                <a:cubicBezTo>
                  <a:pt x="339001" y="159464"/>
                  <a:pt x="328444" y="159464"/>
                  <a:pt x="321985" y="165993"/>
                </a:cubicBezTo>
                <a:cubicBezTo>
                  <a:pt x="315526" y="172522"/>
                  <a:pt x="315456" y="183078"/>
                  <a:pt x="321985" y="189538"/>
                </a:cubicBezTo>
                <a:lnTo>
                  <a:pt x="343515" y="211068"/>
                </a:lnTo>
                <a:lnTo>
                  <a:pt x="289272" y="211068"/>
                </a:lnTo>
                <a:lnTo>
                  <a:pt x="289272" y="118348"/>
                </a:lnTo>
                <a:cubicBezTo>
                  <a:pt x="289272" y="106541"/>
                  <a:pt x="284619" y="95220"/>
                  <a:pt x="276285" y="86886"/>
                </a:cubicBezTo>
                <a:lnTo>
                  <a:pt x="202248" y="12988"/>
                </a:lnTo>
                <a:cubicBezTo>
                  <a:pt x="193913" y="4653"/>
                  <a:pt x="182662" y="0"/>
                  <a:pt x="170855" y="0"/>
                </a:cubicBezTo>
                <a:lnTo>
                  <a:pt x="67022" y="0"/>
                </a:lnTo>
                <a:close/>
                <a:moveTo>
                  <a:pt x="248642" y="122238"/>
                </a:moveTo>
                <a:lnTo>
                  <a:pt x="183704" y="122238"/>
                </a:lnTo>
                <a:cubicBezTo>
                  <a:pt x="174466" y="122238"/>
                  <a:pt x="167035" y="114806"/>
                  <a:pt x="167035" y="105569"/>
                </a:cubicBezTo>
                <a:lnTo>
                  <a:pt x="167035" y="40630"/>
                </a:lnTo>
                <a:lnTo>
                  <a:pt x="248642" y="122238"/>
                </a:lnTo>
                <a:close/>
                <a:moveTo>
                  <a:pt x="155922" y="227806"/>
                </a:moveTo>
                <a:cubicBezTo>
                  <a:pt x="155922" y="218569"/>
                  <a:pt x="163354" y="211138"/>
                  <a:pt x="172591" y="211138"/>
                </a:cubicBezTo>
                <a:lnTo>
                  <a:pt x="244822" y="211138"/>
                </a:lnTo>
                <a:lnTo>
                  <a:pt x="244822" y="244475"/>
                </a:lnTo>
                <a:lnTo>
                  <a:pt x="172591" y="244475"/>
                </a:lnTo>
                <a:cubicBezTo>
                  <a:pt x="163354" y="244475"/>
                  <a:pt x="155922" y="237044"/>
                  <a:pt x="155922" y="227806"/>
                </a:cubicBezTo>
                <a:close/>
              </a:path>
            </a:pathLst>
          </a:custGeom>
          <a:solidFill>
            <a:srgbClr val="8E44AD"/>
          </a:solidFill>
          <a:ln/>
        </p:spPr>
      </p:sp>
      <p:sp>
        <p:nvSpPr>
          <p:cNvPr id="23" name="Text 21"/>
          <p:cNvSpPr/>
          <p:nvPr/>
        </p:nvSpPr>
        <p:spPr>
          <a:xfrm>
            <a:off x="1346200" y="3302000"/>
            <a:ext cx="3733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Export options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588000" y="3302000"/>
            <a:ext cx="4699000" cy="5334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5" name="Shape 23"/>
          <p:cNvSpPr/>
          <p:nvPr/>
        </p:nvSpPr>
        <p:spPr>
          <a:xfrm>
            <a:off x="5588000" y="3302000"/>
            <a:ext cx="63500" cy="5334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6" name="Shape 24"/>
          <p:cNvSpPr/>
          <p:nvPr/>
        </p:nvSpPr>
        <p:spPr>
          <a:xfrm>
            <a:off x="5864225" y="33909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55563" y="72231"/>
                </a:moveTo>
                <a:cubicBezTo>
                  <a:pt x="64762" y="72231"/>
                  <a:pt x="72231" y="64762"/>
                  <a:pt x="72231" y="55563"/>
                </a:cubicBezTo>
                <a:cubicBezTo>
                  <a:pt x="72231" y="46363"/>
                  <a:pt x="64762" y="38894"/>
                  <a:pt x="55563" y="38894"/>
                </a:cubicBezTo>
                <a:cubicBezTo>
                  <a:pt x="46363" y="38894"/>
                  <a:pt x="38894" y="46363"/>
                  <a:pt x="38894" y="55563"/>
                </a:cubicBezTo>
                <a:cubicBezTo>
                  <a:pt x="38894" y="64762"/>
                  <a:pt x="46363" y="72231"/>
                  <a:pt x="55563" y="72231"/>
                </a:cubicBezTo>
                <a:close/>
                <a:moveTo>
                  <a:pt x="111125" y="55563"/>
                </a:moveTo>
                <a:cubicBezTo>
                  <a:pt x="111125" y="78343"/>
                  <a:pt x="97443" y="97929"/>
                  <a:pt x="77788" y="106472"/>
                </a:cubicBezTo>
                <a:lnTo>
                  <a:pt x="77788" y="155575"/>
                </a:lnTo>
                <a:lnTo>
                  <a:pt x="200025" y="155575"/>
                </a:lnTo>
                <a:cubicBezTo>
                  <a:pt x="218430" y="155575"/>
                  <a:pt x="233363" y="140643"/>
                  <a:pt x="233363" y="122238"/>
                </a:cubicBezTo>
                <a:lnTo>
                  <a:pt x="233363" y="106472"/>
                </a:lnTo>
                <a:cubicBezTo>
                  <a:pt x="213707" y="97929"/>
                  <a:pt x="200025" y="78343"/>
                  <a:pt x="200025" y="55563"/>
                </a:cubicBezTo>
                <a:cubicBezTo>
                  <a:pt x="200025" y="24864"/>
                  <a:pt x="224889" y="0"/>
                  <a:pt x="255587" y="0"/>
                </a:cubicBezTo>
                <a:cubicBezTo>
                  <a:pt x="286286" y="0"/>
                  <a:pt x="311150" y="24864"/>
                  <a:pt x="311150" y="55563"/>
                </a:cubicBezTo>
                <a:cubicBezTo>
                  <a:pt x="311150" y="78343"/>
                  <a:pt x="297468" y="97929"/>
                  <a:pt x="277813" y="106472"/>
                </a:cubicBezTo>
                <a:lnTo>
                  <a:pt x="277813" y="122238"/>
                </a:lnTo>
                <a:cubicBezTo>
                  <a:pt x="277813" y="165229"/>
                  <a:pt x="243016" y="200025"/>
                  <a:pt x="200025" y="200025"/>
                </a:cubicBezTo>
                <a:lnTo>
                  <a:pt x="77788" y="200025"/>
                </a:lnTo>
                <a:lnTo>
                  <a:pt x="77788" y="249128"/>
                </a:lnTo>
                <a:cubicBezTo>
                  <a:pt x="97443" y="257671"/>
                  <a:pt x="111125" y="277257"/>
                  <a:pt x="111125" y="300038"/>
                </a:cubicBezTo>
                <a:cubicBezTo>
                  <a:pt x="111125" y="330736"/>
                  <a:pt x="86261" y="355600"/>
                  <a:pt x="55563" y="355600"/>
                </a:cubicBezTo>
                <a:cubicBezTo>
                  <a:pt x="24864" y="355600"/>
                  <a:pt x="0" y="330736"/>
                  <a:pt x="0" y="300038"/>
                </a:cubicBezTo>
                <a:cubicBezTo>
                  <a:pt x="0" y="277257"/>
                  <a:pt x="13682" y="257671"/>
                  <a:pt x="33337" y="249128"/>
                </a:cubicBezTo>
                <a:lnTo>
                  <a:pt x="33337" y="106541"/>
                </a:lnTo>
                <a:cubicBezTo>
                  <a:pt x="13682" y="97929"/>
                  <a:pt x="0" y="78343"/>
                  <a:pt x="0" y="55563"/>
                </a:cubicBezTo>
                <a:cubicBezTo>
                  <a:pt x="0" y="24864"/>
                  <a:pt x="24864" y="0"/>
                  <a:pt x="55563" y="0"/>
                </a:cubicBezTo>
                <a:cubicBezTo>
                  <a:pt x="86261" y="0"/>
                  <a:pt x="111125" y="24864"/>
                  <a:pt x="111125" y="55563"/>
                </a:cubicBezTo>
                <a:close/>
                <a:moveTo>
                  <a:pt x="272256" y="55563"/>
                </a:moveTo>
                <a:cubicBezTo>
                  <a:pt x="272256" y="46363"/>
                  <a:pt x="264787" y="38894"/>
                  <a:pt x="255587" y="38894"/>
                </a:cubicBezTo>
                <a:cubicBezTo>
                  <a:pt x="246388" y="38894"/>
                  <a:pt x="238919" y="46363"/>
                  <a:pt x="238919" y="55563"/>
                </a:cubicBezTo>
                <a:cubicBezTo>
                  <a:pt x="238919" y="64762"/>
                  <a:pt x="246388" y="72231"/>
                  <a:pt x="255587" y="72231"/>
                </a:cubicBezTo>
                <a:cubicBezTo>
                  <a:pt x="264787" y="72231"/>
                  <a:pt x="272256" y="64762"/>
                  <a:pt x="272256" y="55563"/>
                </a:cubicBezTo>
                <a:close/>
                <a:moveTo>
                  <a:pt x="55563" y="316706"/>
                </a:moveTo>
                <a:cubicBezTo>
                  <a:pt x="64762" y="316706"/>
                  <a:pt x="72231" y="309237"/>
                  <a:pt x="72231" y="300038"/>
                </a:cubicBezTo>
                <a:cubicBezTo>
                  <a:pt x="72231" y="290838"/>
                  <a:pt x="64762" y="283369"/>
                  <a:pt x="55563" y="283369"/>
                </a:cubicBezTo>
                <a:cubicBezTo>
                  <a:pt x="46363" y="283369"/>
                  <a:pt x="38894" y="290838"/>
                  <a:pt x="38894" y="300038"/>
                </a:cubicBezTo>
                <a:cubicBezTo>
                  <a:pt x="38894" y="309237"/>
                  <a:pt x="46363" y="316706"/>
                  <a:pt x="55563" y="316706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27" name="Text 25"/>
          <p:cNvSpPr/>
          <p:nvPr/>
        </p:nvSpPr>
        <p:spPr>
          <a:xfrm>
            <a:off x="6299200" y="3302000"/>
            <a:ext cx="3733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Workflow extensions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541000" y="3302000"/>
            <a:ext cx="4699000" cy="5334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9" name="Shape 27"/>
          <p:cNvSpPr/>
          <p:nvPr/>
        </p:nvSpPr>
        <p:spPr>
          <a:xfrm>
            <a:off x="10541000" y="3302000"/>
            <a:ext cx="63500" cy="53340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30" name="Shape 28"/>
          <p:cNvSpPr/>
          <p:nvPr/>
        </p:nvSpPr>
        <p:spPr>
          <a:xfrm>
            <a:off x="10795000" y="33909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55575" y="0"/>
                </a:moveTo>
                <a:cubicBezTo>
                  <a:pt x="180092" y="0"/>
                  <a:pt x="200025" y="14932"/>
                  <a:pt x="200025" y="33337"/>
                </a:cubicBezTo>
                <a:cubicBezTo>
                  <a:pt x="200025" y="40561"/>
                  <a:pt x="196969" y="47228"/>
                  <a:pt x="191691" y="52715"/>
                </a:cubicBezTo>
                <a:cubicBezTo>
                  <a:pt x="187107" y="57507"/>
                  <a:pt x="183356" y="63341"/>
                  <a:pt x="183356" y="70009"/>
                </a:cubicBezTo>
                <a:cubicBezTo>
                  <a:pt x="183356" y="80427"/>
                  <a:pt x="191830" y="88900"/>
                  <a:pt x="202248" y="88900"/>
                </a:cubicBezTo>
                <a:lnTo>
                  <a:pt x="233363" y="88900"/>
                </a:lnTo>
                <a:cubicBezTo>
                  <a:pt x="251768" y="88900"/>
                  <a:pt x="266700" y="103832"/>
                  <a:pt x="266700" y="122238"/>
                </a:cubicBezTo>
                <a:lnTo>
                  <a:pt x="266700" y="153353"/>
                </a:lnTo>
                <a:cubicBezTo>
                  <a:pt x="266700" y="163770"/>
                  <a:pt x="275173" y="172244"/>
                  <a:pt x="285591" y="172244"/>
                </a:cubicBezTo>
                <a:cubicBezTo>
                  <a:pt x="292189" y="172244"/>
                  <a:pt x="298093" y="168493"/>
                  <a:pt x="302885" y="163909"/>
                </a:cubicBezTo>
                <a:cubicBezTo>
                  <a:pt x="308372" y="158700"/>
                  <a:pt x="315039" y="155575"/>
                  <a:pt x="322263" y="155575"/>
                </a:cubicBezTo>
                <a:cubicBezTo>
                  <a:pt x="340668" y="155575"/>
                  <a:pt x="355600" y="175508"/>
                  <a:pt x="355600" y="200025"/>
                </a:cubicBezTo>
                <a:cubicBezTo>
                  <a:pt x="355600" y="224542"/>
                  <a:pt x="340668" y="244475"/>
                  <a:pt x="322263" y="244475"/>
                </a:cubicBezTo>
                <a:cubicBezTo>
                  <a:pt x="315039" y="244475"/>
                  <a:pt x="308302" y="241419"/>
                  <a:pt x="302885" y="236141"/>
                </a:cubicBezTo>
                <a:cubicBezTo>
                  <a:pt x="298093" y="231557"/>
                  <a:pt x="292259" y="227806"/>
                  <a:pt x="285591" y="227806"/>
                </a:cubicBezTo>
                <a:cubicBezTo>
                  <a:pt x="275173" y="227806"/>
                  <a:pt x="266700" y="236280"/>
                  <a:pt x="266700" y="246698"/>
                </a:cubicBezTo>
                <a:lnTo>
                  <a:pt x="266700" y="322263"/>
                </a:lnTo>
                <a:cubicBezTo>
                  <a:pt x="266700" y="340668"/>
                  <a:pt x="251768" y="355600"/>
                  <a:pt x="233363" y="355600"/>
                </a:cubicBezTo>
                <a:lnTo>
                  <a:pt x="193913" y="355600"/>
                </a:lnTo>
                <a:cubicBezTo>
                  <a:pt x="185023" y="355600"/>
                  <a:pt x="177800" y="348377"/>
                  <a:pt x="177800" y="339487"/>
                </a:cubicBezTo>
                <a:cubicBezTo>
                  <a:pt x="177800" y="333097"/>
                  <a:pt x="181828" y="327471"/>
                  <a:pt x="186968" y="323652"/>
                </a:cubicBezTo>
                <a:cubicBezTo>
                  <a:pt x="195024" y="317609"/>
                  <a:pt x="200025" y="309275"/>
                  <a:pt x="200025" y="300038"/>
                </a:cubicBezTo>
                <a:cubicBezTo>
                  <a:pt x="200025" y="281632"/>
                  <a:pt x="180092" y="266700"/>
                  <a:pt x="155575" y="266700"/>
                </a:cubicBezTo>
                <a:cubicBezTo>
                  <a:pt x="131058" y="266700"/>
                  <a:pt x="111125" y="281632"/>
                  <a:pt x="111125" y="300038"/>
                </a:cubicBezTo>
                <a:cubicBezTo>
                  <a:pt x="111125" y="309275"/>
                  <a:pt x="116126" y="317609"/>
                  <a:pt x="124182" y="323652"/>
                </a:cubicBezTo>
                <a:cubicBezTo>
                  <a:pt x="129322" y="327471"/>
                  <a:pt x="133350" y="333028"/>
                  <a:pt x="133350" y="339487"/>
                </a:cubicBezTo>
                <a:cubicBezTo>
                  <a:pt x="133350" y="348377"/>
                  <a:pt x="126127" y="355600"/>
                  <a:pt x="117237" y="355600"/>
                </a:cubicBezTo>
                <a:lnTo>
                  <a:pt x="33337" y="355600"/>
                </a:lnTo>
                <a:cubicBezTo>
                  <a:pt x="14932" y="355600"/>
                  <a:pt x="0" y="340668"/>
                  <a:pt x="0" y="322263"/>
                </a:cubicBezTo>
                <a:lnTo>
                  <a:pt x="0" y="238363"/>
                </a:lnTo>
                <a:cubicBezTo>
                  <a:pt x="0" y="229473"/>
                  <a:pt x="7223" y="222250"/>
                  <a:pt x="16113" y="222250"/>
                </a:cubicBezTo>
                <a:cubicBezTo>
                  <a:pt x="22503" y="222250"/>
                  <a:pt x="28129" y="226278"/>
                  <a:pt x="31948" y="231418"/>
                </a:cubicBezTo>
                <a:cubicBezTo>
                  <a:pt x="37991" y="239474"/>
                  <a:pt x="46325" y="244475"/>
                  <a:pt x="55563" y="244475"/>
                </a:cubicBezTo>
                <a:cubicBezTo>
                  <a:pt x="73968" y="244475"/>
                  <a:pt x="88900" y="224542"/>
                  <a:pt x="88900" y="200025"/>
                </a:cubicBezTo>
                <a:cubicBezTo>
                  <a:pt x="88900" y="175508"/>
                  <a:pt x="73968" y="155575"/>
                  <a:pt x="55563" y="155575"/>
                </a:cubicBezTo>
                <a:cubicBezTo>
                  <a:pt x="46325" y="155575"/>
                  <a:pt x="37991" y="160576"/>
                  <a:pt x="31948" y="168632"/>
                </a:cubicBezTo>
                <a:cubicBezTo>
                  <a:pt x="28129" y="173772"/>
                  <a:pt x="22572" y="177800"/>
                  <a:pt x="16113" y="177800"/>
                </a:cubicBezTo>
                <a:cubicBezTo>
                  <a:pt x="7223" y="177800"/>
                  <a:pt x="0" y="170577"/>
                  <a:pt x="0" y="161687"/>
                </a:cubicBezTo>
                <a:lnTo>
                  <a:pt x="0" y="122238"/>
                </a:lnTo>
                <a:cubicBezTo>
                  <a:pt x="0" y="103832"/>
                  <a:pt x="14932" y="88900"/>
                  <a:pt x="33337" y="88900"/>
                </a:cubicBezTo>
                <a:lnTo>
                  <a:pt x="108903" y="88900"/>
                </a:lnTo>
                <a:cubicBezTo>
                  <a:pt x="119320" y="88900"/>
                  <a:pt x="127794" y="80427"/>
                  <a:pt x="127794" y="70009"/>
                </a:cubicBezTo>
                <a:cubicBezTo>
                  <a:pt x="127794" y="63411"/>
                  <a:pt x="124043" y="57507"/>
                  <a:pt x="119459" y="52715"/>
                </a:cubicBezTo>
                <a:cubicBezTo>
                  <a:pt x="114250" y="47228"/>
                  <a:pt x="111125" y="40561"/>
                  <a:pt x="111125" y="33338"/>
                </a:cubicBezTo>
                <a:cubicBezTo>
                  <a:pt x="111125" y="14932"/>
                  <a:pt x="131058" y="0"/>
                  <a:pt x="155575" y="0"/>
                </a:cubicBezTo>
                <a:close/>
              </a:path>
            </a:pathLst>
          </a:custGeom>
          <a:solidFill>
            <a:srgbClr val="17A2B8"/>
          </a:solidFill>
          <a:ln/>
        </p:spPr>
      </p:sp>
      <p:sp>
        <p:nvSpPr>
          <p:cNvPr id="31" name="Text 29"/>
          <p:cNvSpPr/>
          <p:nvPr/>
        </p:nvSpPr>
        <p:spPr>
          <a:xfrm>
            <a:off x="11252200" y="3302000"/>
            <a:ext cx="3733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Additional functionalities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5000" y="4191000"/>
            <a:ext cx="14986000" cy="2159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3" name="Shape 31"/>
          <p:cNvSpPr/>
          <p:nvPr/>
        </p:nvSpPr>
        <p:spPr>
          <a:xfrm>
            <a:off x="1270000" y="50165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158750" y="396875"/>
                </a:moveTo>
                <a:lnTo>
                  <a:pt x="30386" y="396875"/>
                </a:lnTo>
                <a:cubicBezTo>
                  <a:pt x="-496" y="396875"/>
                  <a:pt x="-19472" y="363265"/>
                  <a:pt x="-3597" y="336724"/>
                </a:cubicBezTo>
                <a:lnTo>
                  <a:pt x="62012" y="227335"/>
                </a:lnTo>
                <a:cubicBezTo>
                  <a:pt x="72802" y="209352"/>
                  <a:pt x="92149" y="198438"/>
                  <a:pt x="113109" y="198438"/>
                </a:cubicBezTo>
                <a:lnTo>
                  <a:pt x="230932" y="198438"/>
                </a:lnTo>
                <a:cubicBezTo>
                  <a:pt x="325313" y="38571"/>
                  <a:pt x="466080" y="30510"/>
                  <a:pt x="560214" y="44276"/>
                </a:cubicBezTo>
                <a:cubicBezTo>
                  <a:pt x="576089" y="46633"/>
                  <a:pt x="588491" y="59035"/>
                  <a:pt x="590724" y="74786"/>
                </a:cubicBezTo>
                <a:cubicBezTo>
                  <a:pt x="604490" y="168920"/>
                  <a:pt x="596429" y="309687"/>
                  <a:pt x="436563" y="404068"/>
                </a:cubicBezTo>
                <a:lnTo>
                  <a:pt x="436563" y="521891"/>
                </a:lnTo>
                <a:cubicBezTo>
                  <a:pt x="436563" y="542851"/>
                  <a:pt x="425648" y="562198"/>
                  <a:pt x="407665" y="572988"/>
                </a:cubicBezTo>
                <a:lnTo>
                  <a:pt x="298276" y="638597"/>
                </a:lnTo>
                <a:cubicBezTo>
                  <a:pt x="271859" y="654472"/>
                  <a:pt x="238125" y="635372"/>
                  <a:pt x="238125" y="604614"/>
                </a:cubicBezTo>
                <a:lnTo>
                  <a:pt x="238125" y="476250"/>
                </a:lnTo>
                <a:cubicBezTo>
                  <a:pt x="238125" y="432470"/>
                  <a:pt x="202530" y="396875"/>
                  <a:pt x="158750" y="396875"/>
                </a:cubicBezTo>
                <a:lnTo>
                  <a:pt x="158626" y="396875"/>
                </a:lnTo>
                <a:close/>
                <a:moveTo>
                  <a:pt x="496094" y="198438"/>
                </a:moveTo>
                <a:cubicBezTo>
                  <a:pt x="496094" y="165581"/>
                  <a:pt x="469419" y="138906"/>
                  <a:pt x="436563" y="138906"/>
                </a:cubicBezTo>
                <a:cubicBezTo>
                  <a:pt x="403706" y="138906"/>
                  <a:pt x="377031" y="165581"/>
                  <a:pt x="377031" y="198438"/>
                </a:cubicBezTo>
                <a:cubicBezTo>
                  <a:pt x="377031" y="231294"/>
                  <a:pt x="403706" y="257969"/>
                  <a:pt x="436563" y="257969"/>
                </a:cubicBezTo>
                <a:cubicBezTo>
                  <a:pt x="469419" y="257969"/>
                  <a:pt x="496094" y="231294"/>
                  <a:pt x="496094" y="198438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34" name="Text 32"/>
          <p:cNvSpPr/>
          <p:nvPr/>
        </p:nvSpPr>
        <p:spPr>
          <a:xfrm>
            <a:off x="2159000" y="4826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159000" y="5270500"/>
            <a:ext cx="1295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system will become </a:t>
            </a:r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flexible, expandable, and developer-friendly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9000"/>
            <a:ext cx="16256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0"/>
            <a:ext cx="1498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THIS PROJECT MATTERS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35000" y="11684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spc="200" kern="0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NOTEROOTAI IS USEFUL BECAUSE 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5000" y="1625600"/>
            <a:ext cx="4699000" cy="635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7" name="Shape 5"/>
          <p:cNvSpPr/>
          <p:nvPr/>
        </p:nvSpPr>
        <p:spPr>
          <a:xfrm>
            <a:off x="635000" y="1625600"/>
            <a:ext cx="63500" cy="6350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8" name="Shape 6"/>
          <p:cNvSpPr/>
          <p:nvPr/>
        </p:nvSpPr>
        <p:spPr>
          <a:xfrm>
            <a:off x="889000" y="17780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0"/>
                </a:moveTo>
                <a:cubicBezTo>
                  <a:pt x="256221" y="0"/>
                  <a:pt x="330200" y="73979"/>
                  <a:pt x="330200" y="165100"/>
                </a:cubicBezTo>
                <a:cubicBezTo>
                  <a:pt x="330200" y="256221"/>
                  <a:pt x="256221" y="330200"/>
                  <a:pt x="165100" y="330200"/>
                </a:cubicBezTo>
                <a:cubicBezTo>
                  <a:pt x="73979" y="330200"/>
                  <a:pt x="0" y="256221"/>
                  <a:pt x="0" y="165100"/>
                </a:cubicBezTo>
                <a:cubicBezTo>
                  <a:pt x="0" y="73979"/>
                  <a:pt x="73979" y="0"/>
                  <a:pt x="165100" y="0"/>
                </a:cubicBezTo>
                <a:close/>
                <a:moveTo>
                  <a:pt x="149622" y="77391"/>
                </a:moveTo>
                <a:lnTo>
                  <a:pt x="149622" y="165100"/>
                </a:lnTo>
                <a:cubicBezTo>
                  <a:pt x="149622" y="170259"/>
                  <a:pt x="152202" y="175096"/>
                  <a:pt x="156523" y="177998"/>
                </a:cubicBezTo>
                <a:lnTo>
                  <a:pt x="218435" y="219273"/>
                </a:lnTo>
                <a:cubicBezTo>
                  <a:pt x="225529" y="224046"/>
                  <a:pt x="235139" y="222111"/>
                  <a:pt x="239911" y="214952"/>
                </a:cubicBezTo>
                <a:cubicBezTo>
                  <a:pt x="244683" y="207794"/>
                  <a:pt x="242749" y="198249"/>
                  <a:pt x="235590" y="193477"/>
                </a:cubicBezTo>
                <a:lnTo>
                  <a:pt x="180578" y="156845"/>
                </a:lnTo>
                <a:lnTo>
                  <a:pt x="180578" y="77391"/>
                </a:lnTo>
                <a:cubicBezTo>
                  <a:pt x="180578" y="68813"/>
                  <a:pt x="173677" y="61912"/>
                  <a:pt x="165100" y="61912"/>
                </a:cubicBezTo>
                <a:cubicBezTo>
                  <a:pt x="156523" y="61912"/>
                  <a:pt x="149622" y="68813"/>
                  <a:pt x="149622" y="77391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9" name="Text 7"/>
          <p:cNvSpPr/>
          <p:nvPr/>
        </p:nvSpPr>
        <p:spPr>
          <a:xfrm>
            <a:off x="1320800" y="1625600"/>
            <a:ext cx="3759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Saves time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88000" y="1625600"/>
            <a:ext cx="4699000" cy="635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1" name="Shape 9"/>
          <p:cNvSpPr/>
          <p:nvPr/>
        </p:nvSpPr>
        <p:spPr>
          <a:xfrm>
            <a:off x="5588000" y="1625600"/>
            <a:ext cx="63500" cy="635000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2" name="Shape 10"/>
          <p:cNvSpPr/>
          <p:nvPr/>
        </p:nvSpPr>
        <p:spPr>
          <a:xfrm>
            <a:off x="5883275" y="1778000"/>
            <a:ext cx="247650" cy="330200"/>
          </a:xfrm>
          <a:custGeom>
            <a:avLst/>
            <a:gdLst/>
            <a:ahLst/>
            <a:cxnLst/>
            <a:rect l="l" t="t" r="r" b="b"/>
            <a:pathLst>
              <a:path w="247650" h="330200">
                <a:moveTo>
                  <a:pt x="188898" y="247650"/>
                </a:moveTo>
                <a:cubicBezTo>
                  <a:pt x="193606" y="233268"/>
                  <a:pt x="203021" y="220241"/>
                  <a:pt x="213663" y="209019"/>
                </a:cubicBezTo>
                <a:cubicBezTo>
                  <a:pt x="234752" y="186834"/>
                  <a:pt x="247650" y="156845"/>
                  <a:pt x="247650" y="123825"/>
                </a:cubicBezTo>
                <a:cubicBezTo>
                  <a:pt x="247650" y="55463"/>
                  <a:pt x="192187" y="0"/>
                  <a:pt x="123825" y="0"/>
                </a:cubicBezTo>
                <a:cubicBezTo>
                  <a:pt x="55463" y="0"/>
                  <a:pt x="0" y="55463"/>
                  <a:pt x="0" y="123825"/>
                </a:cubicBezTo>
                <a:cubicBezTo>
                  <a:pt x="0" y="156845"/>
                  <a:pt x="12898" y="186834"/>
                  <a:pt x="33987" y="209019"/>
                </a:cubicBezTo>
                <a:cubicBezTo>
                  <a:pt x="44629" y="220241"/>
                  <a:pt x="54109" y="233268"/>
                  <a:pt x="58752" y="247650"/>
                </a:cubicBezTo>
                <a:lnTo>
                  <a:pt x="188833" y="247650"/>
                </a:lnTo>
                <a:close/>
                <a:moveTo>
                  <a:pt x="185738" y="278606"/>
                </a:moveTo>
                <a:lnTo>
                  <a:pt x="61912" y="278606"/>
                </a:lnTo>
                <a:lnTo>
                  <a:pt x="61912" y="288925"/>
                </a:lnTo>
                <a:cubicBezTo>
                  <a:pt x="61912" y="317431"/>
                  <a:pt x="85001" y="340519"/>
                  <a:pt x="113506" y="340519"/>
                </a:cubicBezTo>
                <a:lnTo>
                  <a:pt x="134144" y="340519"/>
                </a:lnTo>
                <a:cubicBezTo>
                  <a:pt x="162649" y="340519"/>
                  <a:pt x="185738" y="317431"/>
                  <a:pt x="185738" y="288925"/>
                </a:cubicBezTo>
                <a:lnTo>
                  <a:pt x="185738" y="278606"/>
                </a:lnTo>
                <a:close/>
                <a:moveTo>
                  <a:pt x="118666" y="72231"/>
                </a:moveTo>
                <a:cubicBezTo>
                  <a:pt x="92998" y="72231"/>
                  <a:pt x="72231" y="92998"/>
                  <a:pt x="72231" y="118666"/>
                </a:cubicBezTo>
                <a:cubicBezTo>
                  <a:pt x="72231" y="127243"/>
                  <a:pt x="65331" y="134144"/>
                  <a:pt x="56753" y="134144"/>
                </a:cubicBezTo>
                <a:cubicBezTo>
                  <a:pt x="48176" y="134144"/>
                  <a:pt x="41275" y="127243"/>
                  <a:pt x="41275" y="118666"/>
                </a:cubicBezTo>
                <a:cubicBezTo>
                  <a:pt x="41275" y="75907"/>
                  <a:pt x="75907" y="41275"/>
                  <a:pt x="118666" y="41275"/>
                </a:cubicBezTo>
                <a:cubicBezTo>
                  <a:pt x="127243" y="41275"/>
                  <a:pt x="134144" y="48176"/>
                  <a:pt x="134144" y="56753"/>
                </a:cubicBezTo>
                <a:cubicBezTo>
                  <a:pt x="134144" y="65331"/>
                  <a:pt x="127243" y="72231"/>
                  <a:pt x="118666" y="72231"/>
                </a:cubicBezTo>
                <a:close/>
              </a:path>
            </a:pathLst>
          </a:custGeom>
          <a:solidFill>
            <a:srgbClr val="3D5A80"/>
          </a:solidFill>
          <a:ln/>
        </p:spPr>
      </p:sp>
      <p:sp>
        <p:nvSpPr>
          <p:cNvPr id="13" name="Text 11"/>
          <p:cNvSpPr/>
          <p:nvPr/>
        </p:nvSpPr>
        <p:spPr>
          <a:xfrm>
            <a:off x="6273800" y="1625600"/>
            <a:ext cx="3759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Improves understanding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541000" y="1625600"/>
            <a:ext cx="4699000" cy="635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41000" y="1625600"/>
            <a:ext cx="63500" cy="6350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6" name="Shape 14"/>
          <p:cNvSpPr/>
          <p:nvPr/>
        </p:nvSpPr>
        <p:spPr>
          <a:xfrm>
            <a:off x="10774363" y="1778000"/>
            <a:ext cx="371475" cy="330200"/>
          </a:xfrm>
          <a:custGeom>
            <a:avLst/>
            <a:gdLst/>
            <a:ahLst/>
            <a:cxnLst/>
            <a:rect l="l" t="t" r="r" b="b"/>
            <a:pathLst>
              <a:path w="371475" h="330200">
                <a:moveTo>
                  <a:pt x="36116" y="145494"/>
                </a:moveTo>
                <a:lnTo>
                  <a:pt x="20895" y="191026"/>
                </a:lnTo>
                <a:lnTo>
                  <a:pt x="20895" y="61912"/>
                </a:lnTo>
                <a:cubicBezTo>
                  <a:pt x="20895" y="39147"/>
                  <a:pt x="39405" y="20638"/>
                  <a:pt x="62170" y="20638"/>
                </a:cubicBezTo>
                <a:lnTo>
                  <a:pt x="151621" y="20638"/>
                </a:lnTo>
                <a:cubicBezTo>
                  <a:pt x="160521" y="20638"/>
                  <a:pt x="169227" y="23540"/>
                  <a:pt x="176386" y="28893"/>
                </a:cubicBezTo>
                <a:lnTo>
                  <a:pt x="201151" y="47466"/>
                </a:lnTo>
                <a:cubicBezTo>
                  <a:pt x="204698" y="50175"/>
                  <a:pt x="209084" y="51594"/>
                  <a:pt x="213534" y="51594"/>
                </a:cubicBezTo>
                <a:lnTo>
                  <a:pt x="289183" y="51594"/>
                </a:lnTo>
                <a:cubicBezTo>
                  <a:pt x="311949" y="51594"/>
                  <a:pt x="330458" y="70103"/>
                  <a:pt x="330458" y="92869"/>
                </a:cubicBezTo>
                <a:lnTo>
                  <a:pt x="330458" y="103188"/>
                </a:lnTo>
                <a:lnTo>
                  <a:pt x="94804" y="103188"/>
                </a:lnTo>
                <a:cubicBezTo>
                  <a:pt x="68168" y="103188"/>
                  <a:pt x="44500" y="120213"/>
                  <a:pt x="36051" y="145494"/>
                </a:cubicBezTo>
                <a:close/>
                <a:moveTo>
                  <a:pt x="308144" y="288925"/>
                </a:moveTo>
                <a:lnTo>
                  <a:pt x="63847" y="288925"/>
                </a:lnTo>
                <a:cubicBezTo>
                  <a:pt x="42694" y="288925"/>
                  <a:pt x="27796" y="268223"/>
                  <a:pt x="34503" y="248166"/>
                </a:cubicBezTo>
                <a:lnTo>
                  <a:pt x="65460" y="155297"/>
                </a:lnTo>
                <a:cubicBezTo>
                  <a:pt x="69652" y="142657"/>
                  <a:pt x="81518" y="134144"/>
                  <a:pt x="94804" y="134144"/>
                </a:cubicBezTo>
                <a:lnTo>
                  <a:pt x="339100" y="134144"/>
                </a:lnTo>
                <a:cubicBezTo>
                  <a:pt x="360253" y="134144"/>
                  <a:pt x="375151" y="154846"/>
                  <a:pt x="368444" y="174903"/>
                </a:cubicBezTo>
                <a:lnTo>
                  <a:pt x="337488" y="267772"/>
                </a:lnTo>
                <a:cubicBezTo>
                  <a:pt x="333296" y="280412"/>
                  <a:pt x="321429" y="288925"/>
                  <a:pt x="308144" y="288925"/>
                </a:cubicBezTo>
                <a:close/>
              </a:path>
            </a:pathLst>
          </a:custGeom>
          <a:solidFill>
            <a:srgbClr val="27AE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226800" y="1625600"/>
            <a:ext cx="3759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Organizes scattered knowledge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5000" y="2451100"/>
            <a:ext cx="4699000" cy="635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9" name="Shape 17"/>
          <p:cNvSpPr/>
          <p:nvPr/>
        </p:nvSpPr>
        <p:spPr>
          <a:xfrm>
            <a:off x="635000" y="2451100"/>
            <a:ext cx="63500" cy="6350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363" y="2603500"/>
            <a:ext cx="371475" cy="330200"/>
          </a:xfrm>
          <a:custGeom>
            <a:avLst/>
            <a:gdLst/>
            <a:ahLst/>
            <a:cxnLst/>
            <a:rect l="l" t="t" r="r" b="b"/>
            <a:pathLst>
              <a:path w="371475" h="330200">
                <a:moveTo>
                  <a:pt x="30956" y="126276"/>
                </a:moveTo>
                <a:lnTo>
                  <a:pt x="165874" y="181803"/>
                </a:lnTo>
                <a:cubicBezTo>
                  <a:pt x="172194" y="184383"/>
                  <a:pt x="178901" y="185738"/>
                  <a:pt x="185738" y="185738"/>
                </a:cubicBezTo>
                <a:cubicBezTo>
                  <a:pt x="192574" y="185738"/>
                  <a:pt x="199281" y="184383"/>
                  <a:pt x="205601" y="181803"/>
                </a:cubicBezTo>
                <a:lnTo>
                  <a:pt x="361930" y="117440"/>
                </a:lnTo>
                <a:cubicBezTo>
                  <a:pt x="367734" y="115054"/>
                  <a:pt x="371475" y="109443"/>
                  <a:pt x="371475" y="103187"/>
                </a:cubicBezTo>
                <a:cubicBezTo>
                  <a:pt x="371475" y="96932"/>
                  <a:pt x="367734" y="91321"/>
                  <a:pt x="361930" y="88935"/>
                </a:cubicBezTo>
                <a:lnTo>
                  <a:pt x="205601" y="24572"/>
                </a:lnTo>
                <a:cubicBezTo>
                  <a:pt x="199281" y="21992"/>
                  <a:pt x="192574" y="20638"/>
                  <a:pt x="185738" y="20638"/>
                </a:cubicBezTo>
                <a:cubicBezTo>
                  <a:pt x="178901" y="20638"/>
                  <a:pt x="172194" y="21992"/>
                  <a:pt x="165874" y="24572"/>
                </a:cubicBezTo>
                <a:lnTo>
                  <a:pt x="9545" y="88935"/>
                </a:lnTo>
                <a:cubicBezTo>
                  <a:pt x="3741" y="91321"/>
                  <a:pt x="0" y="96932"/>
                  <a:pt x="0" y="103188"/>
                </a:cubicBezTo>
                <a:lnTo>
                  <a:pt x="0" y="294084"/>
                </a:lnTo>
                <a:cubicBezTo>
                  <a:pt x="0" y="302662"/>
                  <a:pt x="6901" y="309563"/>
                  <a:pt x="15478" y="309563"/>
                </a:cubicBezTo>
                <a:cubicBezTo>
                  <a:pt x="24056" y="309563"/>
                  <a:pt x="30956" y="302662"/>
                  <a:pt x="30956" y="294084"/>
                </a:cubicBezTo>
                <a:lnTo>
                  <a:pt x="30956" y="126276"/>
                </a:lnTo>
                <a:close/>
                <a:moveTo>
                  <a:pt x="61912" y="172517"/>
                </a:moveTo>
                <a:lnTo>
                  <a:pt x="61912" y="247650"/>
                </a:lnTo>
                <a:cubicBezTo>
                  <a:pt x="61912" y="281831"/>
                  <a:pt x="117376" y="309563"/>
                  <a:pt x="185738" y="309563"/>
                </a:cubicBezTo>
                <a:cubicBezTo>
                  <a:pt x="254099" y="309563"/>
                  <a:pt x="309563" y="281831"/>
                  <a:pt x="309563" y="247650"/>
                </a:cubicBezTo>
                <a:lnTo>
                  <a:pt x="309563" y="172452"/>
                </a:lnTo>
                <a:lnTo>
                  <a:pt x="217403" y="210438"/>
                </a:lnTo>
                <a:cubicBezTo>
                  <a:pt x="207342" y="214566"/>
                  <a:pt x="196637" y="216694"/>
                  <a:pt x="185738" y="216694"/>
                </a:cubicBezTo>
                <a:cubicBezTo>
                  <a:pt x="174838" y="216694"/>
                  <a:pt x="164133" y="214566"/>
                  <a:pt x="154072" y="210438"/>
                </a:cubicBezTo>
                <a:lnTo>
                  <a:pt x="61912" y="172452"/>
                </a:lnTo>
                <a:close/>
              </a:path>
            </a:pathLst>
          </a:custGeom>
          <a:solidFill>
            <a:srgbClr val="8E44AD"/>
          </a:solidFill>
          <a:ln/>
        </p:spPr>
      </p:sp>
      <p:sp>
        <p:nvSpPr>
          <p:cNvPr id="21" name="Text 19"/>
          <p:cNvSpPr/>
          <p:nvPr/>
        </p:nvSpPr>
        <p:spPr>
          <a:xfrm>
            <a:off x="1320800" y="2451100"/>
            <a:ext cx="3759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Helps in learning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588000" y="2451100"/>
            <a:ext cx="4699000" cy="635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3" name="Shape 21"/>
          <p:cNvSpPr/>
          <p:nvPr/>
        </p:nvSpPr>
        <p:spPr>
          <a:xfrm>
            <a:off x="5588000" y="2451100"/>
            <a:ext cx="63500" cy="6350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4" name="Shape 22"/>
          <p:cNvSpPr/>
          <p:nvPr/>
        </p:nvSpPr>
        <p:spPr>
          <a:xfrm>
            <a:off x="5842000" y="26035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98222" y="38695"/>
                </a:moveTo>
                <a:cubicBezTo>
                  <a:pt x="128017" y="-12898"/>
                  <a:pt x="202505" y="-12898"/>
                  <a:pt x="232301" y="38695"/>
                </a:cubicBezTo>
                <a:lnTo>
                  <a:pt x="256356" y="80357"/>
                </a:lnTo>
                <a:lnTo>
                  <a:pt x="274221" y="70039"/>
                </a:lnTo>
                <a:cubicBezTo>
                  <a:pt x="279638" y="66878"/>
                  <a:pt x="286410" y="67330"/>
                  <a:pt x="291376" y="71135"/>
                </a:cubicBezTo>
                <a:cubicBezTo>
                  <a:pt x="296342" y="74940"/>
                  <a:pt x="298534" y="81389"/>
                  <a:pt x="296922" y="87451"/>
                </a:cubicBezTo>
                <a:lnTo>
                  <a:pt x="281766" y="143818"/>
                </a:lnTo>
                <a:cubicBezTo>
                  <a:pt x="279574" y="152073"/>
                  <a:pt x="271061" y="156974"/>
                  <a:pt x="262806" y="154781"/>
                </a:cubicBezTo>
                <a:lnTo>
                  <a:pt x="206439" y="139690"/>
                </a:lnTo>
                <a:cubicBezTo>
                  <a:pt x="200377" y="138078"/>
                  <a:pt x="195927" y="132983"/>
                  <a:pt x="195089" y="126792"/>
                </a:cubicBezTo>
                <a:cubicBezTo>
                  <a:pt x="194250" y="120600"/>
                  <a:pt x="197282" y="114474"/>
                  <a:pt x="202699" y="111378"/>
                </a:cubicBezTo>
                <a:lnTo>
                  <a:pt x="220563" y="101059"/>
                </a:lnTo>
                <a:lnTo>
                  <a:pt x="196508" y="59397"/>
                </a:lnTo>
                <a:cubicBezTo>
                  <a:pt x="182577" y="35342"/>
                  <a:pt x="147881" y="35342"/>
                  <a:pt x="133950" y="59397"/>
                </a:cubicBezTo>
                <a:lnTo>
                  <a:pt x="130532" y="65266"/>
                </a:lnTo>
                <a:cubicBezTo>
                  <a:pt x="124857" y="75133"/>
                  <a:pt x="112216" y="78487"/>
                  <a:pt x="102349" y="72812"/>
                </a:cubicBezTo>
                <a:cubicBezTo>
                  <a:pt x="92482" y="67136"/>
                  <a:pt x="89128" y="54496"/>
                  <a:pt x="94804" y="44564"/>
                </a:cubicBezTo>
                <a:lnTo>
                  <a:pt x="98222" y="38695"/>
                </a:lnTo>
                <a:close/>
                <a:moveTo>
                  <a:pt x="290021" y="179998"/>
                </a:moveTo>
                <a:cubicBezTo>
                  <a:pt x="299889" y="174322"/>
                  <a:pt x="312529" y="177676"/>
                  <a:pt x="318204" y="187543"/>
                </a:cubicBezTo>
                <a:lnTo>
                  <a:pt x="321623" y="193412"/>
                </a:lnTo>
                <a:cubicBezTo>
                  <a:pt x="351418" y="245006"/>
                  <a:pt x="314206" y="309498"/>
                  <a:pt x="254615" y="309498"/>
                </a:cubicBezTo>
                <a:lnTo>
                  <a:pt x="206504" y="309498"/>
                </a:lnTo>
                <a:lnTo>
                  <a:pt x="206504" y="330136"/>
                </a:lnTo>
                <a:cubicBezTo>
                  <a:pt x="206504" y="336391"/>
                  <a:pt x="202763" y="342067"/>
                  <a:pt x="196959" y="344453"/>
                </a:cubicBezTo>
                <a:cubicBezTo>
                  <a:pt x="191155" y="346839"/>
                  <a:pt x="184512" y="345549"/>
                  <a:pt x="180062" y="341099"/>
                </a:cubicBezTo>
                <a:lnTo>
                  <a:pt x="138787" y="299824"/>
                </a:lnTo>
                <a:cubicBezTo>
                  <a:pt x="132725" y="293762"/>
                  <a:pt x="132725" y="283959"/>
                  <a:pt x="138787" y="277961"/>
                </a:cubicBezTo>
                <a:lnTo>
                  <a:pt x="180062" y="236686"/>
                </a:lnTo>
                <a:cubicBezTo>
                  <a:pt x="184512" y="232236"/>
                  <a:pt x="191155" y="230947"/>
                  <a:pt x="196959" y="233333"/>
                </a:cubicBezTo>
                <a:cubicBezTo>
                  <a:pt x="202763" y="235719"/>
                  <a:pt x="206504" y="241394"/>
                  <a:pt x="206504" y="247650"/>
                </a:cubicBezTo>
                <a:lnTo>
                  <a:pt x="206504" y="268288"/>
                </a:lnTo>
                <a:lnTo>
                  <a:pt x="254615" y="268288"/>
                </a:lnTo>
                <a:cubicBezTo>
                  <a:pt x="282411" y="268288"/>
                  <a:pt x="299824" y="238170"/>
                  <a:pt x="285894" y="214114"/>
                </a:cubicBezTo>
                <a:lnTo>
                  <a:pt x="282476" y="208245"/>
                </a:lnTo>
                <a:cubicBezTo>
                  <a:pt x="276800" y="198378"/>
                  <a:pt x="280154" y="185738"/>
                  <a:pt x="290021" y="180062"/>
                </a:cubicBezTo>
                <a:close/>
                <a:moveTo>
                  <a:pt x="32891" y="151815"/>
                </a:moveTo>
                <a:lnTo>
                  <a:pt x="15027" y="141496"/>
                </a:lnTo>
                <a:cubicBezTo>
                  <a:pt x="9609" y="138336"/>
                  <a:pt x="6578" y="132273"/>
                  <a:pt x="7417" y="126082"/>
                </a:cubicBezTo>
                <a:cubicBezTo>
                  <a:pt x="8255" y="119891"/>
                  <a:pt x="12705" y="114796"/>
                  <a:pt x="18767" y="113184"/>
                </a:cubicBezTo>
                <a:lnTo>
                  <a:pt x="75133" y="98028"/>
                </a:lnTo>
                <a:cubicBezTo>
                  <a:pt x="83388" y="95835"/>
                  <a:pt x="91901" y="100737"/>
                  <a:pt x="94094" y="108992"/>
                </a:cubicBezTo>
                <a:lnTo>
                  <a:pt x="109185" y="165358"/>
                </a:lnTo>
                <a:cubicBezTo>
                  <a:pt x="110798" y="171420"/>
                  <a:pt x="108605" y="177805"/>
                  <a:pt x="103639" y="181674"/>
                </a:cubicBezTo>
                <a:cubicBezTo>
                  <a:pt x="98673" y="185544"/>
                  <a:pt x="91901" y="185931"/>
                  <a:pt x="86484" y="182771"/>
                </a:cubicBezTo>
                <a:lnTo>
                  <a:pt x="68620" y="172452"/>
                </a:lnTo>
                <a:lnTo>
                  <a:pt x="44564" y="214114"/>
                </a:lnTo>
                <a:cubicBezTo>
                  <a:pt x="30634" y="238170"/>
                  <a:pt x="48047" y="268288"/>
                  <a:pt x="75843" y="268288"/>
                </a:cubicBezTo>
                <a:lnTo>
                  <a:pt x="82679" y="268288"/>
                </a:lnTo>
                <a:cubicBezTo>
                  <a:pt x="94094" y="268288"/>
                  <a:pt x="103316" y="277510"/>
                  <a:pt x="103316" y="288925"/>
                </a:cubicBezTo>
                <a:cubicBezTo>
                  <a:pt x="103316" y="300340"/>
                  <a:pt x="94094" y="309563"/>
                  <a:pt x="82679" y="309563"/>
                </a:cubicBezTo>
                <a:lnTo>
                  <a:pt x="75843" y="309563"/>
                </a:lnTo>
                <a:cubicBezTo>
                  <a:pt x="16317" y="309563"/>
                  <a:pt x="-20895" y="245070"/>
                  <a:pt x="8900" y="193477"/>
                </a:cubicBezTo>
                <a:lnTo>
                  <a:pt x="32891" y="151815"/>
                </a:ln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25" name="Text 23"/>
          <p:cNvSpPr/>
          <p:nvPr/>
        </p:nvSpPr>
        <p:spPr>
          <a:xfrm>
            <a:off x="6273800" y="2451100"/>
            <a:ext cx="3759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Makes knowledge reusable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541000" y="2451100"/>
            <a:ext cx="4699000" cy="635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7" name="Shape 25"/>
          <p:cNvSpPr/>
          <p:nvPr/>
        </p:nvSpPr>
        <p:spPr>
          <a:xfrm>
            <a:off x="10541000" y="2451100"/>
            <a:ext cx="63500" cy="63500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28" name="Shape 26"/>
          <p:cNvSpPr/>
          <p:nvPr/>
        </p:nvSpPr>
        <p:spPr>
          <a:xfrm>
            <a:off x="10795000" y="26035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77391" y="36116"/>
                </a:moveTo>
                <a:cubicBezTo>
                  <a:pt x="77391" y="16188"/>
                  <a:pt x="93578" y="0"/>
                  <a:pt x="113506" y="0"/>
                </a:cubicBezTo>
                <a:lnTo>
                  <a:pt x="128984" y="0"/>
                </a:lnTo>
                <a:cubicBezTo>
                  <a:pt x="140399" y="0"/>
                  <a:pt x="149622" y="9222"/>
                  <a:pt x="149622" y="20638"/>
                </a:cubicBezTo>
                <a:lnTo>
                  <a:pt x="149622" y="309563"/>
                </a:lnTo>
                <a:cubicBezTo>
                  <a:pt x="149622" y="320978"/>
                  <a:pt x="140399" y="330200"/>
                  <a:pt x="128984" y="330200"/>
                </a:cubicBezTo>
                <a:lnTo>
                  <a:pt x="108347" y="330200"/>
                </a:lnTo>
                <a:cubicBezTo>
                  <a:pt x="89128" y="330200"/>
                  <a:pt x="72941" y="317044"/>
                  <a:pt x="68362" y="299244"/>
                </a:cubicBezTo>
                <a:cubicBezTo>
                  <a:pt x="67910" y="299244"/>
                  <a:pt x="67523" y="299244"/>
                  <a:pt x="67072" y="299244"/>
                </a:cubicBezTo>
                <a:cubicBezTo>
                  <a:pt x="38566" y="299244"/>
                  <a:pt x="15478" y="276156"/>
                  <a:pt x="15478" y="247650"/>
                </a:cubicBezTo>
                <a:cubicBezTo>
                  <a:pt x="15478" y="236041"/>
                  <a:pt x="19348" y="225336"/>
                  <a:pt x="25797" y="216694"/>
                </a:cubicBezTo>
                <a:cubicBezTo>
                  <a:pt x="13285" y="207278"/>
                  <a:pt x="5159" y="192316"/>
                  <a:pt x="5159" y="175419"/>
                </a:cubicBezTo>
                <a:cubicBezTo>
                  <a:pt x="5159" y="155491"/>
                  <a:pt x="16510" y="138142"/>
                  <a:pt x="33020" y="129565"/>
                </a:cubicBezTo>
                <a:cubicBezTo>
                  <a:pt x="28441" y="121826"/>
                  <a:pt x="25797" y="112797"/>
                  <a:pt x="25797" y="103188"/>
                </a:cubicBezTo>
                <a:cubicBezTo>
                  <a:pt x="25797" y="74682"/>
                  <a:pt x="48885" y="51594"/>
                  <a:pt x="77391" y="51594"/>
                </a:cubicBezTo>
                <a:lnTo>
                  <a:pt x="77391" y="36116"/>
                </a:lnTo>
                <a:close/>
                <a:moveTo>
                  <a:pt x="252809" y="36116"/>
                </a:moveTo>
                <a:lnTo>
                  <a:pt x="252809" y="51594"/>
                </a:lnTo>
                <a:cubicBezTo>
                  <a:pt x="281315" y="51594"/>
                  <a:pt x="304403" y="74682"/>
                  <a:pt x="304403" y="103188"/>
                </a:cubicBezTo>
                <a:cubicBezTo>
                  <a:pt x="304403" y="112861"/>
                  <a:pt x="301759" y="121890"/>
                  <a:pt x="297180" y="129565"/>
                </a:cubicBezTo>
                <a:cubicBezTo>
                  <a:pt x="313754" y="138142"/>
                  <a:pt x="325041" y="155426"/>
                  <a:pt x="325041" y="175419"/>
                </a:cubicBezTo>
                <a:cubicBezTo>
                  <a:pt x="325041" y="192316"/>
                  <a:pt x="316915" y="207278"/>
                  <a:pt x="304403" y="216694"/>
                </a:cubicBezTo>
                <a:cubicBezTo>
                  <a:pt x="310852" y="225336"/>
                  <a:pt x="314722" y="236041"/>
                  <a:pt x="314722" y="247650"/>
                </a:cubicBezTo>
                <a:cubicBezTo>
                  <a:pt x="314722" y="276156"/>
                  <a:pt x="291634" y="299244"/>
                  <a:pt x="263128" y="299244"/>
                </a:cubicBezTo>
                <a:cubicBezTo>
                  <a:pt x="262677" y="299244"/>
                  <a:pt x="262290" y="299244"/>
                  <a:pt x="261838" y="299244"/>
                </a:cubicBezTo>
                <a:cubicBezTo>
                  <a:pt x="257259" y="317044"/>
                  <a:pt x="241072" y="330200"/>
                  <a:pt x="221853" y="330200"/>
                </a:cubicBezTo>
                <a:lnTo>
                  <a:pt x="201216" y="330200"/>
                </a:lnTo>
                <a:cubicBezTo>
                  <a:pt x="189801" y="330200"/>
                  <a:pt x="180578" y="320978"/>
                  <a:pt x="180578" y="309563"/>
                </a:cubicBezTo>
                <a:lnTo>
                  <a:pt x="180578" y="20638"/>
                </a:lnTo>
                <a:cubicBezTo>
                  <a:pt x="180578" y="9222"/>
                  <a:pt x="189801" y="0"/>
                  <a:pt x="201216" y="0"/>
                </a:cubicBezTo>
                <a:lnTo>
                  <a:pt x="216694" y="0"/>
                </a:lnTo>
                <a:cubicBezTo>
                  <a:pt x="236622" y="0"/>
                  <a:pt x="252809" y="16188"/>
                  <a:pt x="252809" y="36116"/>
                </a:cubicBezTo>
                <a:close/>
              </a:path>
            </a:pathLst>
          </a:custGeom>
          <a:solidFill>
            <a:srgbClr val="17A2B8"/>
          </a:solidFill>
          <a:ln/>
        </p:spPr>
      </p:sp>
      <p:sp>
        <p:nvSpPr>
          <p:cNvPr id="29" name="Text 27"/>
          <p:cNvSpPr/>
          <p:nvPr/>
        </p:nvSpPr>
        <p:spPr>
          <a:xfrm>
            <a:off x="11226800" y="2451100"/>
            <a:ext cx="3759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Brings notes, graphs &amp; AI together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5000" y="3492500"/>
            <a:ext cx="14986000" cy="4064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1" name="Text 29"/>
          <p:cNvSpPr/>
          <p:nvPr/>
        </p:nvSpPr>
        <p:spPr>
          <a:xfrm>
            <a:off x="1016000" y="3746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IDEA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493000" y="4318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997347" y="298847"/>
                </a:moveTo>
                <a:lnTo>
                  <a:pt x="806847" y="489347"/>
                </a:lnTo>
                <a:cubicBezTo>
                  <a:pt x="788591" y="507603"/>
                  <a:pt x="761405" y="512961"/>
                  <a:pt x="737592" y="503039"/>
                </a:cubicBezTo>
                <a:cubicBezTo>
                  <a:pt x="713780" y="493117"/>
                  <a:pt x="698500" y="470098"/>
                  <a:pt x="698500" y="444500"/>
                </a:cubicBezTo>
                <a:lnTo>
                  <a:pt x="698500" y="317500"/>
                </a:lnTo>
                <a:lnTo>
                  <a:pt x="63500" y="317500"/>
                </a:lnTo>
                <a:cubicBezTo>
                  <a:pt x="28377" y="317500"/>
                  <a:pt x="0" y="289123"/>
                  <a:pt x="0" y="254000"/>
                </a:cubicBezTo>
                <a:cubicBezTo>
                  <a:pt x="0" y="218877"/>
                  <a:pt x="28377" y="190500"/>
                  <a:pt x="63500" y="190500"/>
                </a:cubicBezTo>
                <a:lnTo>
                  <a:pt x="698500" y="190500"/>
                </a:lnTo>
                <a:lnTo>
                  <a:pt x="698500" y="63500"/>
                </a:lnTo>
                <a:cubicBezTo>
                  <a:pt x="698500" y="37902"/>
                  <a:pt x="713978" y="14684"/>
                  <a:pt x="737791" y="4762"/>
                </a:cubicBezTo>
                <a:cubicBezTo>
                  <a:pt x="761603" y="-5159"/>
                  <a:pt x="788789" y="397"/>
                  <a:pt x="807045" y="18455"/>
                </a:cubicBezTo>
                <a:lnTo>
                  <a:pt x="997545" y="208955"/>
                </a:lnTo>
                <a:cubicBezTo>
                  <a:pt x="1022350" y="233759"/>
                  <a:pt x="1022350" y="274042"/>
                  <a:pt x="997545" y="298847"/>
                </a:cubicBezTo>
                <a:close/>
                <a:moveTo>
                  <a:pt x="208955" y="997347"/>
                </a:moveTo>
                <a:lnTo>
                  <a:pt x="18455" y="806847"/>
                </a:lnTo>
                <a:cubicBezTo>
                  <a:pt x="-6350" y="782042"/>
                  <a:pt x="-6350" y="741759"/>
                  <a:pt x="18455" y="716955"/>
                </a:cubicBezTo>
                <a:lnTo>
                  <a:pt x="208955" y="526455"/>
                </a:lnTo>
                <a:cubicBezTo>
                  <a:pt x="227211" y="508198"/>
                  <a:pt x="254397" y="502841"/>
                  <a:pt x="278209" y="512763"/>
                </a:cubicBezTo>
                <a:cubicBezTo>
                  <a:pt x="302022" y="522684"/>
                  <a:pt x="317500" y="545902"/>
                  <a:pt x="317500" y="571500"/>
                </a:cubicBezTo>
                <a:lnTo>
                  <a:pt x="317500" y="698500"/>
                </a:lnTo>
                <a:lnTo>
                  <a:pt x="952500" y="698500"/>
                </a:lnTo>
                <a:cubicBezTo>
                  <a:pt x="987623" y="698500"/>
                  <a:pt x="1016000" y="726877"/>
                  <a:pt x="1016000" y="762000"/>
                </a:cubicBezTo>
                <a:cubicBezTo>
                  <a:pt x="1016000" y="797123"/>
                  <a:pt x="987623" y="825500"/>
                  <a:pt x="952500" y="825500"/>
                </a:cubicBezTo>
                <a:lnTo>
                  <a:pt x="317500" y="825500"/>
                </a:lnTo>
                <a:lnTo>
                  <a:pt x="317500" y="952500"/>
                </a:lnTo>
                <a:cubicBezTo>
                  <a:pt x="317500" y="978098"/>
                  <a:pt x="302022" y="1001316"/>
                  <a:pt x="278209" y="1011238"/>
                </a:cubicBezTo>
                <a:cubicBezTo>
                  <a:pt x="254397" y="1021159"/>
                  <a:pt x="227211" y="1015603"/>
                  <a:pt x="208955" y="997545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33" name="Text 31"/>
          <p:cNvSpPr/>
          <p:nvPr/>
        </p:nvSpPr>
        <p:spPr>
          <a:xfrm>
            <a:off x="1905000" y="4572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00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Disconnected notes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112000" y="4800600"/>
            <a:ext cx="1778000" cy="0"/>
          </a:xfrm>
          <a:prstGeom prst="straightConnector1">
            <a:avLst/>
          </a:prstGeom>
          <a:noFill/>
          <a:ln w="38100">
            <a:solidFill>
              <a:srgbClr val="E87722"/>
            </a:solidFill>
            <a:prstDash val="solid"/>
            <a:headEnd type="none"/>
            <a:tailEnd type="arrow"/>
          </a:ln>
        </p:spPr>
      </p:sp>
      <p:sp>
        <p:nvSpPr>
          <p:cNvPr id="35" name="Text 33"/>
          <p:cNvSpPr/>
          <p:nvPr/>
        </p:nvSpPr>
        <p:spPr>
          <a:xfrm>
            <a:off x="9017000" y="4572000"/>
            <a:ext cx="596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connected knowledge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2540000" y="5715000"/>
            <a:ext cx="1117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NoteRootAI — Where Knowledge Comes Alive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9000"/>
            <a:ext cx="16256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0"/>
            <a:ext cx="1498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OBJECTIVES OF THE PROJECT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35000" y="1270000"/>
            <a:ext cx="7239000" cy="5715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6" name="Shape 4"/>
          <p:cNvSpPr/>
          <p:nvPr/>
        </p:nvSpPr>
        <p:spPr>
          <a:xfrm>
            <a:off x="635000" y="1270000"/>
            <a:ext cx="63500" cy="5715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7" name="Text 5"/>
          <p:cNvSpPr/>
          <p:nvPr/>
        </p:nvSpPr>
        <p:spPr>
          <a:xfrm>
            <a:off x="825500" y="1270000"/>
            <a:ext cx="50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97000" y="1270000"/>
            <a:ext cx="622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 a smart knowledge management system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5000" y="1968500"/>
            <a:ext cx="7239000" cy="5715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0" name="Shape 8"/>
          <p:cNvSpPr/>
          <p:nvPr/>
        </p:nvSpPr>
        <p:spPr>
          <a:xfrm>
            <a:off x="635000" y="1968500"/>
            <a:ext cx="63500" cy="571500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1" name="Text 9"/>
          <p:cNvSpPr/>
          <p:nvPr/>
        </p:nvSpPr>
        <p:spPr>
          <a:xfrm>
            <a:off x="825500" y="1968500"/>
            <a:ext cx="50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3D5A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97000" y="1968500"/>
            <a:ext cx="622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 notes and information visually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5000" y="2667000"/>
            <a:ext cx="7239000" cy="5715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4" name="Shape 12"/>
          <p:cNvSpPr/>
          <p:nvPr/>
        </p:nvSpPr>
        <p:spPr>
          <a:xfrm>
            <a:off x="635000" y="2667000"/>
            <a:ext cx="63500" cy="5715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825500" y="2667000"/>
            <a:ext cx="50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27AE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97000" y="2667000"/>
            <a:ext cx="622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Provide AI-based interaction with knowledge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2000" y="1270000"/>
            <a:ext cx="7239000" cy="5715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8" name="Shape 16"/>
          <p:cNvSpPr/>
          <p:nvPr/>
        </p:nvSpPr>
        <p:spPr>
          <a:xfrm>
            <a:off x="8382000" y="1270000"/>
            <a:ext cx="63500" cy="5715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9" name="Text 17"/>
          <p:cNvSpPr/>
          <p:nvPr/>
        </p:nvSpPr>
        <p:spPr>
          <a:xfrm>
            <a:off x="8572500" y="1270000"/>
            <a:ext cx="50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8E44A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0" y="1270000"/>
            <a:ext cx="622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Allow note creation and editing through chat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382000" y="1968500"/>
            <a:ext cx="7239000" cy="5715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382000" y="1968500"/>
            <a:ext cx="63500" cy="5715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3" name="Text 21"/>
          <p:cNvSpPr/>
          <p:nvPr/>
        </p:nvSpPr>
        <p:spPr>
          <a:xfrm>
            <a:off x="8572500" y="1968500"/>
            <a:ext cx="50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0" y="1968500"/>
            <a:ext cx="622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Make knowledge easy to search and reuse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382000" y="2667000"/>
            <a:ext cx="7239000" cy="5715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6" name="Shape 24"/>
          <p:cNvSpPr/>
          <p:nvPr/>
        </p:nvSpPr>
        <p:spPr>
          <a:xfrm>
            <a:off x="8382000" y="2667000"/>
            <a:ext cx="63500" cy="57150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27" name="Text 25"/>
          <p:cNvSpPr/>
          <p:nvPr/>
        </p:nvSpPr>
        <p:spPr>
          <a:xfrm>
            <a:off x="8572500" y="2667000"/>
            <a:ext cx="50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17A2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44000" y="2667000"/>
            <a:ext cx="622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 future plugin-based customization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5000" y="4381500"/>
            <a:ext cx="14986000" cy="3683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0" name="Shape 28"/>
          <p:cNvSpPr/>
          <p:nvPr/>
        </p:nvSpPr>
        <p:spPr>
          <a:xfrm>
            <a:off x="7493000" y="48895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889000" y="508000"/>
                </a:moveTo>
                <a:cubicBezTo>
                  <a:pt x="889000" y="297720"/>
                  <a:pt x="718280" y="127000"/>
                  <a:pt x="508000" y="127000"/>
                </a:cubicBezTo>
                <a:cubicBezTo>
                  <a:pt x="297720" y="127000"/>
                  <a:pt x="127000" y="297720"/>
                  <a:pt x="127000" y="508000"/>
                </a:cubicBezTo>
                <a:cubicBezTo>
                  <a:pt x="127000" y="718280"/>
                  <a:pt x="297720" y="889000"/>
                  <a:pt x="508000" y="889000"/>
                </a:cubicBezTo>
                <a:cubicBezTo>
                  <a:pt x="718280" y="889000"/>
                  <a:pt x="889000" y="718280"/>
                  <a:pt x="889000" y="508000"/>
                </a:cubicBezTo>
                <a:close/>
                <a:moveTo>
                  <a:pt x="0" y="508000"/>
                </a:moveTo>
                <a:cubicBezTo>
                  <a:pt x="0" y="227627"/>
                  <a:pt x="227627" y="0"/>
                  <a:pt x="508000" y="0"/>
                </a:cubicBezTo>
                <a:cubicBezTo>
                  <a:pt x="788373" y="0"/>
                  <a:pt x="1016000" y="227627"/>
                  <a:pt x="1016000" y="508000"/>
                </a:cubicBezTo>
                <a:cubicBezTo>
                  <a:pt x="1016000" y="788373"/>
                  <a:pt x="788373" y="1016000"/>
                  <a:pt x="508000" y="1016000"/>
                </a:cubicBezTo>
                <a:cubicBezTo>
                  <a:pt x="227627" y="1016000"/>
                  <a:pt x="0" y="788373"/>
                  <a:pt x="0" y="508000"/>
                </a:cubicBezTo>
                <a:close/>
                <a:moveTo>
                  <a:pt x="508000" y="666750"/>
                </a:moveTo>
                <a:cubicBezTo>
                  <a:pt x="595617" y="666750"/>
                  <a:pt x="666750" y="595617"/>
                  <a:pt x="666750" y="508000"/>
                </a:cubicBezTo>
                <a:cubicBezTo>
                  <a:pt x="666750" y="420383"/>
                  <a:pt x="595617" y="349250"/>
                  <a:pt x="508000" y="349250"/>
                </a:cubicBezTo>
                <a:cubicBezTo>
                  <a:pt x="420383" y="349250"/>
                  <a:pt x="349250" y="420383"/>
                  <a:pt x="349250" y="508000"/>
                </a:cubicBezTo>
                <a:cubicBezTo>
                  <a:pt x="349250" y="595617"/>
                  <a:pt x="420383" y="666750"/>
                  <a:pt x="508000" y="666750"/>
                </a:cubicBezTo>
                <a:close/>
                <a:moveTo>
                  <a:pt x="508000" y="222250"/>
                </a:moveTo>
                <a:cubicBezTo>
                  <a:pt x="665710" y="222250"/>
                  <a:pt x="793750" y="350290"/>
                  <a:pt x="793750" y="508000"/>
                </a:cubicBezTo>
                <a:cubicBezTo>
                  <a:pt x="793750" y="665710"/>
                  <a:pt x="665710" y="793750"/>
                  <a:pt x="508000" y="793750"/>
                </a:cubicBezTo>
                <a:cubicBezTo>
                  <a:pt x="350290" y="793750"/>
                  <a:pt x="222250" y="665710"/>
                  <a:pt x="222250" y="508000"/>
                </a:cubicBezTo>
                <a:cubicBezTo>
                  <a:pt x="222250" y="350290"/>
                  <a:pt x="350290" y="222250"/>
                  <a:pt x="508000" y="222250"/>
                </a:cubicBezTo>
                <a:close/>
                <a:moveTo>
                  <a:pt x="444500" y="508000"/>
                </a:moveTo>
                <a:cubicBezTo>
                  <a:pt x="444500" y="472953"/>
                  <a:pt x="472953" y="444500"/>
                  <a:pt x="508000" y="444500"/>
                </a:cubicBezTo>
                <a:cubicBezTo>
                  <a:pt x="543047" y="444500"/>
                  <a:pt x="571500" y="472953"/>
                  <a:pt x="571500" y="508000"/>
                </a:cubicBezTo>
                <a:cubicBezTo>
                  <a:pt x="571500" y="543047"/>
                  <a:pt x="543047" y="571500"/>
                  <a:pt x="508000" y="571500"/>
                </a:cubicBezTo>
                <a:cubicBezTo>
                  <a:pt x="472953" y="571500"/>
                  <a:pt x="444500" y="543047"/>
                  <a:pt x="444500" y="508000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31" name="Text 29"/>
          <p:cNvSpPr/>
          <p:nvPr/>
        </p:nvSpPr>
        <p:spPr>
          <a:xfrm>
            <a:off x="1905000" y="6223000"/>
            <a:ext cx="1244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Building the Future of Connected Knowledge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9000"/>
            <a:ext cx="16256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0"/>
            <a:ext cx="1498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35000" y="1117600"/>
            <a:ext cx="149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3D5A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NoteRootAI Can Be Used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5000" y="1714500"/>
            <a:ext cx="4699000" cy="5334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7" name="Shape 5"/>
          <p:cNvSpPr/>
          <p:nvPr/>
        </p:nvSpPr>
        <p:spPr>
          <a:xfrm>
            <a:off x="635000" y="1714500"/>
            <a:ext cx="63500" cy="5334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8" name="Shape 6"/>
          <p:cNvSpPr/>
          <p:nvPr/>
        </p:nvSpPr>
        <p:spPr>
          <a:xfrm>
            <a:off x="866775" y="18034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3337" y="135989"/>
                </a:moveTo>
                <a:lnTo>
                  <a:pt x="178633" y="195788"/>
                </a:lnTo>
                <a:cubicBezTo>
                  <a:pt x="185440" y="198566"/>
                  <a:pt x="192663" y="200025"/>
                  <a:pt x="200025" y="200025"/>
                </a:cubicBezTo>
                <a:cubicBezTo>
                  <a:pt x="207387" y="200025"/>
                  <a:pt x="214610" y="198566"/>
                  <a:pt x="221417" y="195788"/>
                </a:cubicBezTo>
                <a:lnTo>
                  <a:pt x="389771" y="126474"/>
                </a:lnTo>
                <a:cubicBezTo>
                  <a:pt x="396022" y="123904"/>
                  <a:pt x="400050" y="117862"/>
                  <a:pt x="400050" y="111125"/>
                </a:cubicBezTo>
                <a:cubicBezTo>
                  <a:pt x="400050" y="104388"/>
                  <a:pt x="396022" y="98346"/>
                  <a:pt x="389771" y="95776"/>
                </a:cubicBezTo>
                <a:lnTo>
                  <a:pt x="221417" y="26462"/>
                </a:lnTo>
                <a:cubicBezTo>
                  <a:pt x="214610" y="23684"/>
                  <a:pt x="207387" y="22225"/>
                  <a:pt x="200025" y="22225"/>
                </a:cubicBezTo>
                <a:cubicBezTo>
                  <a:pt x="192663" y="22225"/>
                  <a:pt x="185440" y="23684"/>
                  <a:pt x="178633" y="26462"/>
                </a:cubicBezTo>
                <a:lnTo>
                  <a:pt x="10279" y="95776"/>
                </a:lnTo>
                <a:cubicBezTo>
                  <a:pt x="4028" y="98346"/>
                  <a:pt x="0" y="104388"/>
                  <a:pt x="0" y="111125"/>
                </a:cubicBezTo>
                <a:lnTo>
                  <a:pt x="0" y="316706"/>
                </a:lnTo>
                <a:cubicBezTo>
                  <a:pt x="0" y="325944"/>
                  <a:pt x="7431" y="333375"/>
                  <a:pt x="16669" y="333375"/>
                </a:cubicBezTo>
                <a:cubicBezTo>
                  <a:pt x="25906" y="333375"/>
                  <a:pt x="33337" y="325944"/>
                  <a:pt x="33337" y="316706"/>
                </a:cubicBezTo>
                <a:lnTo>
                  <a:pt x="33337" y="135989"/>
                </a:lnTo>
                <a:close/>
                <a:moveTo>
                  <a:pt x="66675" y="185787"/>
                </a:moveTo>
                <a:lnTo>
                  <a:pt x="66675" y="266700"/>
                </a:lnTo>
                <a:cubicBezTo>
                  <a:pt x="66675" y="303510"/>
                  <a:pt x="126405" y="333375"/>
                  <a:pt x="200025" y="333375"/>
                </a:cubicBezTo>
                <a:cubicBezTo>
                  <a:pt x="273645" y="333375"/>
                  <a:pt x="333375" y="303510"/>
                  <a:pt x="333375" y="266700"/>
                </a:cubicBezTo>
                <a:lnTo>
                  <a:pt x="333375" y="185718"/>
                </a:lnTo>
                <a:lnTo>
                  <a:pt x="234126" y="226626"/>
                </a:lnTo>
                <a:cubicBezTo>
                  <a:pt x="223292" y="231071"/>
                  <a:pt x="211763" y="233362"/>
                  <a:pt x="200025" y="233362"/>
                </a:cubicBezTo>
                <a:cubicBezTo>
                  <a:pt x="188287" y="233362"/>
                  <a:pt x="176758" y="231071"/>
                  <a:pt x="165924" y="226626"/>
                </a:cubicBezTo>
                <a:lnTo>
                  <a:pt x="66675" y="185718"/>
                </a:ln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9" name="Text 7"/>
          <p:cNvSpPr/>
          <p:nvPr/>
        </p:nvSpPr>
        <p:spPr>
          <a:xfrm>
            <a:off x="1346200" y="1714500"/>
            <a:ext cx="3733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 note management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88000" y="1714500"/>
            <a:ext cx="4699000" cy="5334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1" name="Shape 9"/>
          <p:cNvSpPr/>
          <p:nvPr/>
        </p:nvSpPr>
        <p:spPr>
          <a:xfrm>
            <a:off x="5588000" y="1714500"/>
            <a:ext cx="63500" cy="533400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2" name="Shape 10"/>
          <p:cNvSpPr/>
          <p:nvPr/>
        </p:nvSpPr>
        <p:spPr>
          <a:xfrm>
            <a:off x="5842000" y="1803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38906" y="33337"/>
                </a:moveTo>
                <a:lnTo>
                  <a:pt x="216694" y="33337"/>
                </a:lnTo>
                <a:cubicBezTo>
                  <a:pt x="219750" y="33337"/>
                  <a:pt x="222250" y="35838"/>
                  <a:pt x="222250" y="38894"/>
                </a:cubicBezTo>
                <a:lnTo>
                  <a:pt x="222250" y="66675"/>
                </a:lnTo>
                <a:lnTo>
                  <a:pt x="133350" y="66675"/>
                </a:lnTo>
                <a:lnTo>
                  <a:pt x="133350" y="38894"/>
                </a:lnTo>
                <a:cubicBezTo>
                  <a:pt x="133350" y="35838"/>
                  <a:pt x="135850" y="33337"/>
                  <a:pt x="138906" y="33337"/>
                </a:cubicBezTo>
                <a:close/>
                <a:moveTo>
                  <a:pt x="100013" y="38894"/>
                </a:moveTo>
                <a:lnTo>
                  <a:pt x="100013" y="66675"/>
                </a:lnTo>
                <a:lnTo>
                  <a:pt x="44450" y="66675"/>
                </a:lnTo>
                <a:cubicBezTo>
                  <a:pt x="19933" y="66675"/>
                  <a:pt x="0" y="86608"/>
                  <a:pt x="0" y="111125"/>
                </a:cubicBezTo>
                <a:lnTo>
                  <a:pt x="0" y="177800"/>
                </a:lnTo>
                <a:lnTo>
                  <a:pt x="355600" y="177800"/>
                </a:lnTo>
                <a:lnTo>
                  <a:pt x="355600" y="111125"/>
                </a:lnTo>
                <a:cubicBezTo>
                  <a:pt x="355600" y="86608"/>
                  <a:pt x="335667" y="66675"/>
                  <a:pt x="311150" y="66675"/>
                </a:cubicBezTo>
                <a:lnTo>
                  <a:pt x="255587" y="66675"/>
                </a:lnTo>
                <a:lnTo>
                  <a:pt x="255587" y="38894"/>
                </a:lnTo>
                <a:cubicBezTo>
                  <a:pt x="255587" y="17433"/>
                  <a:pt x="238155" y="0"/>
                  <a:pt x="216694" y="0"/>
                </a:cubicBezTo>
                <a:lnTo>
                  <a:pt x="138906" y="0"/>
                </a:lnTo>
                <a:cubicBezTo>
                  <a:pt x="117445" y="0"/>
                  <a:pt x="100013" y="17433"/>
                  <a:pt x="100013" y="38894"/>
                </a:cubicBezTo>
                <a:close/>
                <a:moveTo>
                  <a:pt x="355600" y="211138"/>
                </a:moveTo>
                <a:lnTo>
                  <a:pt x="222250" y="211138"/>
                </a:lnTo>
                <a:lnTo>
                  <a:pt x="222250" y="222250"/>
                </a:lnTo>
                <a:cubicBezTo>
                  <a:pt x="222250" y="234543"/>
                  <a:pt x="212318" y="244475"/>
                  <a:pt x="200025" y="244475"/>
                </a:cubicBezTo>
                <a:lnTo>
                  <a:pt x="155575" y="244475"/>
                </a:lnTo>
                <a:cubicBezTo>
                  <a:pt x="143282" y="244475"/>
                  <a:pt x="133350" y="234543"/>
                  <a:pt x="133350" y="222250"/>
                </a:cubicBezTo>
                <a:lnTo>
                  <a:pt x="133350" y="211138"/>
                </a:lnTo>
                <a:lnTo>
                  <a:pt x="0" y="211138"/>
                </a:ln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311150" y="333375"/>
                </a:lnTo>
                <a:cubicBezTo>
                  <a:pt x="335667" y="333375"/>
                  <a:pt x="355600" y="313442"/>
                  <a:pt x="355600" y="288925"/>
                </a:cubicBezTo>
                <a:lnTo>
                  <a:pt x="355600" y="211138"/>
                </a:lnTo>
                <a:close/>
              </a:path>
            </a:pathLst>
          </a:custGeom>
          <a:solidFill>
            <a:srgbClr val="3D5A80"/>
          </a:solidFill>
          <a:ln/>
        </p:spPr>
      </p:sp>
      <p:sp>
        <p:nvSpPr>
          <p:cNvPr id="13" name="Text 11"/>
          <p:cNvSpPr/>
          <p:nvPr/>
        </p:nvSpPr>
        <p:spPr>
          <a:xfrm>
            <a:off x="6299200" y="1714500"/>
            <a:ext cx="3733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Professional documentation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541000" y="1714500"/>
            <a:ext cx="4699000" cy="5334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41000" y="1714500"/>
            <a:ext cx="63500" cy="5334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6" name="Shape 14"/>
          <p:cNvSpPr/>
          <p:nvPr/>
        </p:nvSpPr>
        <p:spPr>
          <a:xfrm>
            <a:off x="10817225" y="18034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00025" y="0"/>
                </a:moveTo>
                <a:lnTo>
                  <a:pt x="88900" y="0"/>
                </a:lnTo>
                <a:cubicBezTo>
                  <a:pt x="76607" y="0"/>
                  <a:pt x="66675" y="9932"/>
                  <a:pt x="66675" y="22225"/>
                </a:cubicBezTo>
                <a:cubicBezTo>
                  <a:pt x="66675" y="34518"/>
                  <a:pt x="76607" y="44450"/>
                  <a:pt x="88900" y="44450"/>
                </a:cubicBezTo>
                <a:lnTo>
                  <a:pt x="88900" y="149671"/>
                </a:lnTo>
                <a:lnTo>
                  <a:pt x="5209" y="296079"/>
                </a:lnTo>
                <a:cubicBezTo>
                  <a:pt x="1806" y="302121"/>
                  <a:pt x="0" y="308858"/>
                  <a:pt x="0" y="315803"/>
                </a:cubicBezTo>
                <a:cubicBezTo>
                  <a:pt x="0" y="337820"/>
                  <a:pt x="17780" y="355600"/>
                  <a:pt x="39797" y="355600"/>
                </a:cubicBezTo>
                <a:lnTo>
                  <a:pt x="271353" y="355600"/>
                </a:lnTo>
                <a:cubicBezTo>
                  <a:pt x="293301" y="355600"/>
                  <a:pt x="311150" y="337820"/>
                  <a:pt x="311150" y="315803"/>
                </a:cubicBezTo>
                <a:cubicBezTo>
                  <a:pt x="311150" y="308858"/>
                  <a:pt x="309344" y="302052"/>
                  <a:pt x="305941" y="296079"/>
                </a:cubicBezTo>
                <a:lnTo>
                  <a:pt x="222250" y="149671"/>
                </a:lnTo>
                <a:lnTo>
                  <a:pt x="222250" y="44450"/>
                </a:lnTo>
                <a:cubicBezTo>
                  <a:pt x="234543" y="44450"/>
                  <a:pt x="244475" y="34518"/>
                  <a:pt x="244475" y="22225"/>
                </a:cubicBezTo>
                <a:cubicBezTo>
                  <a:pt x="244475" y="9932"/>
                  <a:pt x="234543" y="0"/>
                  <a:pt x="222250" y="0"/>
                </a:cubicBezTo>
                <a:lnTo>
                  <a:pt x="200025" y="0"/>
                </a:lnTo>
                <a:close/>
                <a:moveTo>
                  <a:pt x="133350" y="149671"/>
                </a:moveTo>
                <a:lnTo>
                  <a:pt x="133350" y="44450"/>
                </a:lnTo>
                <a:lnTo>
                  <a:pt x="177800" y="44450"/>
                </a:lnTo>
                <a:lnTo>
                  <a:pt x="177800" y="149671"/>
                </a:lnTo>
                <a:cubicBezTo>
                  <a:pt x="177800" y="157381"/>
                  <a:pt x="179814" y="165021"/>
                  <a:pt x="183634" y="171758"/>
                </a:cubicBezTo>
                <a:lnTo>
                  <a:pt x="212527" y="222250"/>
                </a:lnTo>
                <a:lnTo>
                  <a:pt x="98623" y="222250"/>
                </a:lnTo>
                <a:lnTo>
                  <a:pt x="127516" y="171758"/>
                </a:lnTo>
                <a:cubicBezTo>
                  <a:pt x="131336" y="165021"/>
                  <a:pt x="133350" y="157450"/>
                  <a:pt x="133350" y="149671"/>
                </a:cubicBezTo>
                <a:close/>
              </a:path>
            </a:pathLst>
          </a:custGeom>
          <a:solidFill>
            <a:srgbClr val="27AE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252200" y="1714500"/>
            <a:ext cx="3733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organization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5000" y="2374900"/>
            <a:ext cx="4699000" cy="5334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9" name="Shape 17"/>
          <p:cNvSpPr/>
          <p:nvPr/>
        </p:nvSpPr>
        <p:spPr>
          <a:xfrm>
            <a:off x="635000" y="2374900"/>
            <a:ext cx="63500" cy="5334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0" name="Shape 18"/>
          <p:cNvSpPr/>
          <p:nvPr/>
        </p:nvSpPr>
        <p:spPr>
          <a:xfrm>
            <a:off x="844550" y="24638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22250" y="11112"/>
                </a:moveTo>
                <a:cubicBezTo>
                  <a:pt x="262116" y="11112"/>
                  <a:pt x="294481" y="43478"/>
                  <a:pt x="294481" y="83344"/>
                </a:cubicBezTo>
                <a:cubicBezTo>
                  <a:pt x="294481" y="123209"/>
                  <a:pt x="262116" y="155575"/>
                  <a:pt x="222250" y="155575"/>
                </a:cubicBezTo>
                <a:cubicBezTo>
                  <a:pt x="182384" y="155575"/>
                  <a:pt x="150019" y="123209"/>
                  <a:pt x="150019" y="83344"/>
                </a:cubicBezTo>
                <a:cubicBezTo>
                  <a:pt x="150019" y="43478"/>
                  <a:pt x="182384" y="11113"/>
                  <a:pt x="222250" y="11112"/>
                </a:cubicBezTo>
                <a:close/>
                <a:moveTo>
                  <a:pt x="66675" y="61119"/>
                </a:moveTo>
                <a:cubicBezTo>
                  <a:pt x="94274" y="61119"/>
                  <a:pt x="116681" y="83526"/>
                  <a:pt x="116681" y="111125"/>
                </a:cubicBezTo>
                <a:cubicBezTo>
                  <a:pt x="116681" y="138724"/>
                  <a:pt x="94274" y="161131"/>
                  <a:pt x="66675" y="161131"/>
                </a:cubicBezTo>
                <a:cubicBezTo>
                  <a:pt x="39076" y="161131"/>
                  <a:pt x="16669" y="138724"/>
                  <a:pt x="16669" y="111125"/>
                </a:cubicBezTo>
                <a:cubicBezTo>
                  <a:pt x="16669" y="83526"/>
                  <a:pt x="39076" y="61119"/>
                  <a:pt x="66675" y="61119"/>
                </a:cubicBezTo>
                <a:close/>
                <a:moveTo>
                  <a:pt x="0" y="288925"/>
                </a:moveTo>
                <a:cubicBezTo>
                  <a:pt x="0" y="239822"/>
                  <a:pt x="39797" y="200025"/>
                  <a:pt x="88900" y="200025"/>
                </a:cubicBezTo>
                <a:cubicBezTo>
                  <a:pt x="97790" y="200025"/>
                  <a:pt x="106402" y="201345"/>
                  <a:pt x="114528" y="203775"/>
                </a:cubicBezTo>
                <a:cubicBezTo>
                  <a:pt x="91678" y="229334"/>
                  <a:pt x="77788" y="263088"/>
                  <a:pt x="77788" y="300038"/>
                </a:cubicBezTo>
                <a:lnTo>
                  <a:pt x="77788" y="311150"/>
                </a:lnTo>
                <a:cubicBezTo>
                  <a:pt x="77788" y="319068"/>
                  <a:pt x="79454" y="326569"/>
                  <a:pt x="82441" y="333375"/>
                </a:cubicBezTo>
                <a:lnTo>
                  <a:pt x="22225" y="333375"/>
                </a:lnTo>
                <a:cubicBezTo>
                  <a:pt x="9932" y="333375"/>
                  <a:pt x="0" y="323443"/>
                  <a:pt x="0" y="311150"/>
                </a:cubicBezTo>
                <a:lnTo>
                  <a:pt x="0" y="288925"/>
                </a:lnTo>
                <a:close/>
                <a:moveTo>
                  <a:pt x="362059" y="333375"/>
                </a:moveTo>
                <a:cubicBezTo>
                  <a:pt x="365046" y="326569"/>
                  <a:pt x="366712" y="319068"/>
                  <a:pt x="366712" y="311150"/>
                </a:cubicBezTo>
                <a:lnTo>
                  <a:pt x="366712" y="300038"/>
                </a:lnTo>
                <a:cubicBezTo>
                  <a:pt x="366712" y="263088"/>
                  <a:pt x="352822" y="229334"/>
                  <a:pt x="329972" y="203775"/>
                </a:cubicBezTo>
                <a:cubicBezTo>
                  <a:pt x="338098" y="201345"/>
                  <a:pt x="346710" y="200025"/>
                  <a:pt x="355600" y="200025"/>
                </a:cubicBezTo>
                <a:cubicBezTo>
                  <a:pt x="404703" y="200025"/>
                  <a:pt x="444500" y="239822"/>
                  <a:pt x="444500" y="288925"/>
                </a:cubicBezTo>
                <a:lnTo>
                  <a:pt x="444500" y="311150"/>
                </a:lnTo>
                <a:cubicBezTo>
                  <a:pt x="444500" y="323443"/>
                  <a:pt x="434568" y="333375"/>
                  <a:pt x="422275" y="333375"/>
                </a:cubicBezTo>
                <a:lnTo>
                  <a:pt x="362059" y="333375"/>
                </a:lnTo>
                <a:close/>
                <a:moveTo>
                  <a:pt x="327819" y="111125"/>
                </a:moveTo>
                <a:cubicBezTo>
                  <a:pt x="327819" y="83526"/>
                  <a:pt x="350226" y="61119"/>
                  <a:pt x="377825" y="61119"/>
                </a:cubicBezTo>
                <a:cubicBezTo>
                  <a:pt x="405424" y="61119"/>
                  <a:pt x="427831" y="83526"/>
                  <a:pt x="427831" y="111125"/>
                </a:cubicBezTo>
                <a:cubicBezTo>
                  <a:pt x="427831" y="138724"/>
                  <a:pt x="405424" y="161131"/>
                  <a:pt x="377825" y="161131"/>
                </a:cubicBezTo>
                <a:cubicBezTo>
                  <a:pt x="350226" y="161131"/>
                  <a:pt x="327819" y="138724"/>
                  <a:pt x="327819" y="111125"/>
                </a:cubicBezTo>
                <a:close/>
                <a:moveTo>
                  <a:pt x="111125" y="300038"/>
                </a:moveTo>
                <a:cubicBezTo>
                  <a:pt x="111125" y="238641"/>
                  <a:pt x="160853" y="188913"/>
                  <a:pt x="222250" y="188913"/>
                </a:cubicBezTo>
                <a:cubicBezTo>
                  <a:pt x="283647" y="188913"/>
                  <a:pt x="333375" y="238641"/>
                  <a:pt x="333375" y="300038"/>
                </a:cubicBezTo>
                <a:lnTo>
                  <a:pt x="333375" y="311150"/>
                </a:lnTo>
                <a:cubicBezTo>
                  <a:pt x="333375" y="323443"/>
                  <a:pt x="323443" y="333375"/>
                  <a:pt x="311150" y="333375"/>
                </a:cubicBezTo>
                <a:lnTo>
                  <a:pt x="133350" y="333375"/>
                </a:lnTo>
                <a:cubicBezTo>
                  <a:pt x="121057" y="333375"/>
                  <a:pt x="111125" y="323443"/>
                  <a:pt x="111125" y="311150"/>
                </a:cubicBezTo>
                <a:lnTo>
                  <a:pt x="111125" y="300038"/>
                </a:lnTo>
                <a:close/>
              </a:path>
            </a:pathLst>
          </a:custGeom>
          <a:solidFill>
            <a:srgbClr val="8E44AD"/>
          </a:solidFill>
          <a:ln/>
        </p:spPr>
      </p:sp>
      <p:sp>
        <p:nvSpPr>
          <p:cNvPr id="21" name="Text 19"/>
          <p:cNvSpPr/>
          <p:nvPr/>
        </p:nvSpPr>
        <p:spPr>
          <a:xfrm>
            <a:off x="1346200" y="2374900"/>
            <a:ext cx="3733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 knowledge sharing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588000" y="2374900"/>
            <a:ext cx="4699000" cy="5334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3" name="Shape 21"/>
          <p:cNvSpPr/>
          <p:nvPr/>
        </p:nvSpPr>
        <p:spPr>
          <a:xfrm>
            <a:off x="5588000" y="2374900"/>
            <a:ext cx="63500" cy="5334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4" name="Shape 22"/>
          <p:cNvSpPr/>
          <p:nvPr/>
        </p:nvSpPr>
        <p:spPr>
          <a:xfrm>
            <a:off x="5864225" y="24638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55575" y="172244"/>
                </a:moveTo>
                <a:cubicBezTo>
                  <a:pt x="201574" y="172244"/>
                  <a:pt x="238919" y="134899"/>
                  <a:pt x="238919" y="88900"/>
                </a:cubicBezTo>
                <a:cubicBezTo>
                  <a:pt x="238919" y="42901"/>
                  <a:pt x="201574" y="5556"/>
                  <a:pt x="155575" y="5556"/>
                </a:cubicBezTo>
                <a:cubicBezTo>
                  <a:pt x="109576" y="5556"/>
                  <a:pt x="72231" y="42901"/>
                  <a:pt x="72231" y="88900"/>
                </a:cubicBezTo>
                <a:cubicBezTo>
                  <a:pt x="72231" y="134899"/>
                  <a:pt x="109576" y="172244"/>
                  <a:pt x="155575" y="172244"/>
                </a:cubicBezTo>
                <a:close/>
                <a:moveTo>
                  <a:pt x="134947" y="211138"/>
                </a:moveTo>
                <a:cubicBezTo>
                  <a:pt x="66536" y="211138"/>
                  <a:pt x="11112" y="266561"/>
                  <a:pt x="11112" y="334972"/>
                </a:cubicBezTo>
                <a:cubicBezTo>
                  <a:pt x="11112" y="346363"/>
                  <a:pt x="20350" y="355600"/>
                  <a:pt x="31740" y="355600"/>
                </a:cubicBezTo>
                <a:lnTo>
                  <a:pt x="279410" y="355600"/>
                </a:lnTo>
                <a:cubicBezTo>
                  <a:pt x="290800" y="355600"/>
                  <a:pt x="300038" y="346363"/>
                  <a:pt x="300038" y="334972"/>
                </a:cubicBezTo>
                <a:cubicBezTo>
                  <a:pt x="300038" y="266561"/>
                  <a:pt x="244614" y="211138"/>
                  <a:pt x="176203" y="211138"/>
                </a:cubicBezTo>
                <a:lnTo>
                  <a:pt x="134947" y="211138"/>
                </a:ln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25" name="Text 23"/>
          <p:cNvSpPr/>
          <p:nvPr/>
        </p:nvSpPr>
        <p:spPr>
          <a:xfrm>
            <a:off x="6299200" y="2374900"/>
            <a:ext cx="3733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Personal knowledge base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541000" y="2374900"/>
            <a:ext cx="4699000" cy="5334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7" name="Shape 25"/>
          <p:cNvSpPr/>
          <p:nvPr/>
        </p:nvSpPr>
        <p:spPr>
          <a:xfrm>
            <a:off x="10541000" y="2374900"/>
            <a:ext cx="63500" cy="53340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28" name="Shape 26"/>
          <p:cNvSpPr/>
          <p:nvPr/>
        </p:nvSpPr>
        <p:spPr>
          <a:xfrm>
            <a:off x="10772775" y="24638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50587" y="833"/>
                </a:moveTo>
                <a:cubicBezTo>
                  <a:pt x="238780" y="-2570"/>
                  <a:pt x="226487" y="4306"/>
                  <a:pt x="223083" y="16113"/>
                </a:cubicBezTo>
                <a:lnTo>
                  <a:pt x="134183" y="327263"/>
                </a:lnTo>
                <a:cubicBezTo>
                  <a:pt x="130780" y="339070"/>
                  <a:pt x="137656" y="351363"/>
                  <a:pt x="149463" y="354767"/>
                </a:cubicBezTo>
                <a:cubicBezTo>
                  <a:pt x="161270" y="358170"/>
                  <a:pt x="173563" y="351294"/>
                  <a:pt x="176967" y="339487"/>
                </a:cubicBezTo>
                <a:lnTo>
                  <a:pt x="265867" y="28337"/>
                </a:lnTo>
                <a:cubicBezTo>
                  <a:pt x="269270" y="16530"/>
                  <a:pt x="262394" y="4237"/>
                  <a:pt x="250587" y="833"/>
                </a:cubicBezTo>
                <a:close/>
                <a:moveTo>
                  <a:pt x="295454" y="95359"/>
                </a:moveTo>
                <a:cubicBezTo>
                  <a:pt x="286772" y="104041"/>
                  <a:pt x="286772" y="118140"/>
                  <a:pt x="295454" y="126821"/>
                </a:cubicBezTo>
                <a:lnTo>
                  <a:pt x="346432" y="177800"/>
                </a:lnTo>
                <a:lnTo>
                  <a:pt x="295454" y="228779"/>
                </a:lnTo>
                <a:cubicBezTo>
                  <a:pt x="286772" y="237460"/>
                  <a:pt x="286772" y="251559"/>
                  <a:pt x="295454" y="260241"/>
                </a:cubicBezTo>
                <a:cubicBezTo>
                  <a:pt x="304135" y="268922"/>
                  <a:pt x="318234" y="268922"/>
                  <a:pt x="326916" y="260241"/>
                </a:cubicBezTo>
                <a:lnTo>
                  <a:pt x="393591" y="193566"/>
                </a:lnTo>
                <a:cubicBezTo>
                  <a:pt x="402273" y="184884"/>
                  <a:pt x="402273" y="170785"/>
                  <a:pt x="393591" y="162104"/>
                </a:cubicBezTo>
                <a:lnTo>
                  <a:pt x="326916" y="95429"/>
                </a:lnTo>
                <a:cubicBezTo>
                  <a:pt x="318234" y="86747"/>
                  <a:pt x="304135" y="86747"/>
                  <a:pt x="295454" y="95429"/>
                </a:cubicBezTo>
                <a:close/>
                <a:moveTo>
                  <a:pt x="104666" y="95359"/>
                </a:moveTo>
                <a:cubicBezTo>
                  <a:pt x="95984" y="86678"/>
                  <a:pt x="81885" y="86678"/>
                  <a:pt x="73204" y="95359"/>
                </a:cubicBezTo>
                <a:lnTo>
                  <a:pt x="6529" y="162034"/>
                </a:lnTo>
                <a:cubicBezTo>
                  <a:pt x="-2153" y="170716"/>
                  <a:pt x="-2153" y="184815"/>
                  <a:pt x="6529" y="193496"/>
                </a:cubicBezTo>
                <a:lnTo>
                  <a:pt x="73204" y="260171"/>
                </a:lnTo>
                <a:cubicBezTo>
                  <a:pt x="81885" y="268853"/>
                  <a:pt x="95984" y="268853"/>
                  <a:pt x="104666" y="260171"/>
                </a:cubicBezTo>
                <a:cubicBezTo>
                  <a:pt x="113348" y="251490"/>
                  <a:pt x="113348" y="237391"/>
                  <a:pt x="104666" y="228709"/>
                </a:cubicBezTo>
                <a:lnTo>
                  <a:pt x="53687" y="177800"/>
                </a:lnTo>
                <a:lnTo>
                  <a:pt x="104596" y="126821"/>
                </a:lnTo>
                <a:cubicBezTo>
                  <a:pt x="113278" y="118140"/>
                  <a:pt x="113278" y="104041"/>
                  <a:pt x="104596" y="95359"/>
                </a:cubicBezTo>
                <a:close/>
              </a:path>
            </a:pathLst>
          </a:custGeom>
          <a:solidFill>
            <a:srgbClr val="17A2B8"/>
          </a:solidFill>
          <a:ln/>
        </p:spPr>
      </p:sp>
      <p:sp>
        <p:nvSpPr>
          <p:cNvPr id="29" name="Text 27"/>
          <p:cNvSpPr/>
          <p:nvPr/>
        </p:nvSpPr>
        <p:spPr>
          <a:xfrm>
            <a:off x="11252200" y="2374900"/>
            <a:ext cx="3733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Developer productivity tools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5000" y="3746500"/>
            <a:ext cx="14986000" cy="431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1" name="Shape 29"/>
          <p:cNvSpPr/>
          <p:nvPr/>
        </p:nvSpPr>
        <p:spPr>
          <a:xfrm>
            <a:off x="7493000" y="4445000"/>
            <a:ext cx="1270000" cy="1270000"/>
          </a:xfrm>
          <a:custGeom>
            <a:avLst/>
            <a:gdLst/>
            <a:ahLst/>
            <a:cxnLst/>
            <a:rect l="l" t="t" r="r" b="b"/>
            <a:pathLst>
              <a:path w="1270000" h="1270000">
                <a:moveTo>
                  <a:pt x="872877" y="694531"/>
                </a:moveTo>
                <a:lnTo>
                  <a:pt x="399355" y="694531"/>
                </a:lnTo>
                <a:cubicBezTo>
                  <a:pt x="406549" y="854521"/>
                  <a:pt x="442020" y="1001861"/>
                  <a:pt x="492373" y="1109762"/>
                </a:cubicBezTo>
                <a:cubicBezTo>
                  <a:pt x="520650" y="1170533"/>
                  <a:pt x="551160" y="1213445"/>
                  <a:pt x="579437" y="1239738"/>
                </a:cubicBezTo>
                <a:cubicBezTo>
                  <a:pt x="607219" y="1265783"/>
                  <a:pt x="626318" y="1270000"/>
                  <a:pt x="636240" y="1270000"/>
                </a:cubicBezTo>
                <a:cubicBezTo>
                  <a:pt x="646162" y="1270000"/>
                  <a:pt x="665262" y="1265783"/>
                  <a:pt x="693043" y="1239738"/>
                </a:cubicBezTo>
                <a:cubicBezTo>
                  <a:pt x="721320" y="1213445"/>
                  <a:pt x="751830" y="1170285"/>
                  <a:pt x="780107" y="1109762"/>
                </a:cubicBezTo>
                <a:cubicBezTo>
                  <a:pt x="830461" y="1001861"/>
                  <a:pt x="865932" y="854521"/>
                  <a:pt x="873125" y="694531"/>
                </a:cubicBezTo>
                <a:close/>
                <a:moveTo>
                  <a:pt x="399107" y="575469"/>
                </a:moveTo>
                <a:lnTo>
                  <a:pt x="872629" y="575469"/>
                </a:lnTo>
                <a:cubicBezTo>
                  <a:pt x="865684" y="415479"/>
                  <a:pt x="830213" y="268139"/>
                  <a:pt x="779859" y="160238"/>
                </a:cubicBezTo>
                <a:cubicBezTo>
                  <a:pt x="751582" y="99715"/>
                  <a:pt x="721072" y="56555"/>
                  <a:pt x="692795" y="30262"/>
                </a:cubicBezTo>
                <a:cubicBezTo>
                  <a:pt x="665014" y="4217"/>
                  <a:pt x="645914" y="0"/>
                  <a:pt x="635992" y="0"/>
                </a:cubicBezTo>
                <a:cubicBezTo>
                  <a:pt x="626070" y="0"/>
                  <a:pt x="606971" y="4217"/>
                  <a:pt x="579189" y="30262"/>
                </a:cubicBezTo>
                <a:cubicBezTo>
                  <a:pt x="550912" y="56555"/>
                  <a:pt x="520402" y="99715"/>
                  <a:pt x="492125" y="160238"/>
                </a:cubicBezTo>
                <a:cubicBezTo>
                  <a:pt x="441771" y="268139"/>
                  <a:pt x="406301" y="415479"/>
                  <a:pt x="399107" y="575469"/>
                </a:cubicBezTo>
                <a:close/>
                <a:moveTo>
                  <a:pt x="280045" y="575469"/>
                </a:moveTo>
                <a:cubicBezTo>
                  <a:pt x="288727" y="363141"/>
                  <a:pt x="343545" y="165943"/>
                  <a:pt x="423664" y="36463"/>
                </a:cubicBezTo>
                <a:cubicBezTo>
                  <a:pt x="195213" y="117326"/>
                  <a:pt x="27037" y="325437"/>
                  <a:pt x="3721" y="575469"/>
                </a:cubicBezTo>
                <a:lnTo>
                  <a:pt x="280045" y="575469"/>
                </a:lnTo>
                <a:close/>
                <a:moveTo>
                  <a:pt x="3721" y="694531"/>
                </a:moveTo>
                <a:cubicBezTo>
                  <a:pt x="27037" y="944563"/>
                  <a:pt x="195213" y="1152674"/>
                  <a:pt x="423664" y="1233537"/>
                </a:cubicBezTo>
                <a:cubicBezTo>
                  <a:pt x="343545" y="1104057"/>
                  <a:pt x="288727" y="906859"/>
                  <a:pt x="280045" y="694531"/>
                </a:cubicBezTo>
                <a:lnTo>
                  <a:pt x="3721" y="694531"/>
                </a:lnTo>
                <a:close/>
                <a:moveTo>
                  <a:pt x="991939" y="694531"/>
                </a:moveTo>
                <a:cubicBezTo>
                  <a:pt x="983258" y="906859"/>
                  <a:pt x="928439" y="1104057"/>
                  <a:pt x="848320" y="1233537"/>
                </a:cubicBezTo>
                <a:cubicBezTo>
                  <a:pt x="1076771" y="1152426"/>
                  <a:pt x="1244947" y="944563"/>
                  <a:pt x="1268264" y="694531"/>
                </a:cubicBezTo>
                <a:lnTo>
                  <a:pt x="991939" y="694531"/>
                </a:lnTo>
                <a:close/>
                <a:moveTo>
                  <a:pt x="1268264" y="575469"/>
                </a:moveTo>
                <a:cubicBezTo>
                  <a:pt x="1244947" y="325437"/>
                  <a:pt x="1076771" y="117326"/>
                  <a:pt x="848320" y="36463"/>
                </a:cubicBezTo>
                <a:cubicBezTo>
                  <a:pt x="928439" y="165943"/>
                  <a:pt x="983258" y="363141"/>
                  <a:pt x="991939" y="575469"/>
                </a:cubicBezTo>
                <a:lnTo>
                  <a:pt x="1268264" y="575469"/>
                </a:ln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32" name="Text 30"/>
          <p:cNvSpPr/>
          <p:nvPr/>
        </p:nvSpPr>
        <p:spPr>
          <a:xfrm>
            <a:off x="2540000" y="6032500"/>
            <a:ext cx="1117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Everyone Who Works With Knowledge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635000" y="381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 MEMBERS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35000" y="1079500"/>
            <a:ext cx="1524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3"/>
          <p:cNvSpPr/>
          <p:nvPr/>
        </p:nvSpPr>
        <p:spPr>
          <a:xfrm>
            <a:off x="635000" y="1524000"/>
            <a:ext cx="7112000" cy="1397000"/>
          </a:xfrm>
          <a:prstGeom prst="rect">
            <a:avLst/>
          </a:prstGeom>
          <a:solidFill>
            <a:srgbClr val="243554"/>
          </a:solidFill>
          <a:ln/>
        </p:spPr>
      </p:sp>
      <p:sp>
        <p:nvSpPr>
          <p:cNvPr id="6" name="Shape 4"/>
          <p:cNvSpPr/>
          <p:nvPr/>
        </p:nvSpPr>
        <p:spPr>
          <a:xfrm>
            <a:off x="635000" y="1524000"/>
            <a:ext cx="63500" cy="13970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7" name="Shape 5"/>
          <p:cNvSpPr/>
          <p:nvPr/>
        </p:nvSpPr>
        <p:spPr>
          <a:xfrm>
            <a:off x="1055688" y="1905000"/>
            <a:ext cx="555625" cy="635000"/>
          </a:xfrm>
          <a:custGeom>
            <a:avLst/>
            <a:gdLst/>
            <a:ahLst/>
            <a:cxnLst/>
            <a:rect l="l" t="t" r="r" b="b"/>
            <a:pathLst>
              <a:path w="555625" h="635000">
                <a:moveTo>
                  <a:pt x="277813" y="307578"/>
                </a:moveTo>
                <a:cubicBezTo>
                  <a:pt x="359953" y="307578"/>
                  <a:pt x="426641" y="240890"/>
                  <a:pt x="426641" y="158750"/>
                </a:cubicBezTo>
                <a:cubicBezTo>
                  <a:pt x="426641" y="76610"/>
                  <a:pt x="359953" y="9922"/>
                  <a:pt x="277813" y="9922"/>
                </a:cubicBezTo>
                <a:cubicBezTo>
                  <a:pt x="195672" y="9922"/>
                  <a:pt x="128984" y="76610"/>
                  <a:pt x="128984" y="158750"/>
                </a:cubicBezTo>
                <a:cubicBezTo>
                  <a:pt x="128984" y="240890"/>
                  <a:pt x="195672" y="307578"/>
                  <a:pt x="277813" y="307578"/>
                </a:cubicBezTo>
                <a:close/>
                <a:moveTo>
                  <a:pt x="240978" y="377031"/>
                </a:moveTo>
                <a:cubicBezTo>
                  <a:pt x="118814" y="377031"/>
                  <a:pt x="19844" y="476002"/>
                  <a:pt x="19844" y="598165"/>
                </a:cubicBezTo>
                <a:cubicBezTo>
                  <a:pt x="19844" y="618505"/>
                  <a:pt x="36339" y="635000"/>
                  <a:pt x="56679" y="635000"/>
                </a:cubicBezTo>
                <a:lnTo>
                  <a:pt x="498946" y="635000"/>
                </a:lnTo>
                <a:cubicBezTo>
                  <a:pt x="519286" y="635000"/>
                  <a:pt x="535781" y="618505"/>
                  <a:pt x="535781" y="598165"/>
                </a:cubicBezTo>
                <a:cubicBezTo>
                  <a:pt x="535781" y="476002"/>
                  <a:pt x="436811" y="377031"/>
                  <a:pt x="314647" y="377031"/>
                </a:cubicBezTo>
                <a:lnTo>
                  <a:pt x="240978" y="37703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905000" y="1778000"/>
            <a:ext cx="558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 Member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05000" y="22860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Role / Position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5000" y="3111500"/>
            <a:ext cx="7112000" cy="1397000"/>
          </a:xfrm>
          <a:prstGeom prst="rect">
            <a:avLst/>
          </a:prstGeom>
          <a:solidFill>
            <a:srgbClr val="243554"/>
          </a:solidFill>
          <a:ln/>
        </p:spPr>
      </p:sp>
      <p:sp>
        <p:nvSpPr>
          <p:cNvPr id="11" name="Shape 9"/>
          <p:cNvSpPr/>
          <p:nvPr/>
        </p:nvSpPr>
        <p:spPr>
          <a:xfrm>
            <a:off x="635000" y="3111500"/>
            <a:ext cx="63500" cy="13970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5688" y="3492500"/>
            <a:ext cx="555625" cy="635000"/>
          </a:xfrm>
          <a:custGeom>
            <a:avLst/>
            <a:gdLst/>
            <a:ahLst/>
            <a:cxnLst/>
            <a:rect l="l" t="t" r="r" b="b"/>
            <a:pathLst>
              <a:path w="555625" h="635000">
                <a:moveTo>
                  <a:pt x="277813" y="307578"/>
                </a:moveTo>
                <a:cubicBezTo>
                  <a:pt x="359953" y="307578"/>
                  <a:pt x="426641" y="240890"/>
                  <a:pt x="426641" y="158750"/>
                </a:cubicBezTo>
                <a:cubicBezTo>
                  <a:pt x="426641" y="76610"/>
                  <a:pt x="359953" y="9922"/>
                  <a:pt x="277813" y="9922"/>
                </a:cubicBezTo>
                <a:cubicBezTo>
                  <a:pt x="195672" y="9922"/>
                  <a:pt x="128984" y="76610"/>
                  <a:pt x="128984" y="158750"/>
                </a:cubicBezTo>
                <a:cubicBezTo>
                  <a:pt x="128984" y="240890"/>
                  <a:pt x="195672" y="307578"/>
                  <a:pt x="277813" y="307578"/>
                </a:cubicBezTo>
                <a:close/>
                <a:moveTo>
                  <a:pt x="240978" y="377031"/>
                </a:moveTo>
                <a:cubicBezTo>
                  <a:pt x="118814" y="377031"/>
                  <a:pt x="19844" y="476002"/>
                  <a:pt x="19844" y="598165"/>
                </a:cubicBezTo>
                <a:cubicBezTo>
                  <a:pt x="19844" y="618505"/>
                  <a:pt x="36339" y="635000"/>
                  <a:pt x="56679" y="635000"/>
                </a:cubicBezTo>
                <a:lnTo>
                  <a:pt x="498946" y="635000"/>
                </a:lnTo>
                <a:cubicBezTo>
                  <a:pt x="519286" y="635000"/>
                  <a:pt x="535781" y="618505"/>
                  <a:pt x="535781" y="598165"/>
                </a:cubicBezTo>
                <a:cubicBezTo>
                  <a:pt x="535781" y="476002"/>
                  <a:pt x="436811" y="377031"/>
                  <a:pt x="314647" y="377031"/>
                </a:cubicBezTo>
                <a:lnTo>
                  <a:pt x="240978" y="37703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905000" y="3365500"/>
            <a:ext cx="558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 Member 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905000" y="38735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Role / Position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82000" y="1524000"/>
            <a:ext cx="7239000" cy="1397000"/>
          </a:xfrm>
          <a:prstGeom prst="rect">
            <a:avLst/>
          </a:prstGeom>
          <a:solidFill>
            <a:srgbClr val="243554"/>
          </a:solidFill>
          <a:ln/>
        </p:spPr>
      </p:sp>
      <p:sp>
        <p:nvSpPr>
          <p:cNvPr id="16" name="Shape 14"/>
          <p:cNvSpPr/>
          <p:nvPr/>
        </p:nvSpPr>
        <p:spPr>
          <a:xfrm>
            <a:off x="8382000" y="1524000"/>
            <a:ext cx="63500" cy="13970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7" name="Shape 15"/>
          <p:cNvSpPr/>
          <p:nvPr/>
        </p:nvSpPr>
        <p:spPr>
          <a:xfrm>
            <a:off x="8802688" y="1905000"/>
            <a:ext cx="555625" cy="635000"/>
          </a:xfrm>
          <a:custGeom>
            <a:avLst/>
            <a:gdLst/>
            <a:ahLst/>
            <a:cxnLst/>
            <a:rect l="l" t="t" r="r" b="b"/>
            <a:pathLst>
              <a:path w="555625" h="635000">
                <a:moveTo>
                  <a:pt x="277813" y="307578"/>
                </a:moveTo>
                <a:cubicBezTo>
                  <a:pt x="359953" y="307578"/>
                  <a:pt x="426641" y="240890"/>
                  <a:pt x="426641" y="158750"/>
                </a:cubicBezTo>
                <a:cubicBezTo>
                  <a:pt x="426641" y="76610"/>
                  <a:pt x="359953" y="9922"/>
                  <a:pt x="277813" y="9922"/>
                </a:cubicBezTo>
                <a:cubicBezTo>
                  <a:pt x="195672" y="9922"/>
                  <a:pt x="128984" y="76610"/>
                  <a:pt x="128984" y="158750"/>
                </a:cubicBezTo>
                <a:cubicBezTo>
                  <a:pt x="128984" y="240890"/>
                  <a:pt x="195672" y="307578"/>
                  <a:pt x="277813" y="307578"/>
                </a:cubicBezTo>
                <a:close/>
                <a:moveTo>
                  <a:pt x="240978" y="377031"/>
                </a:moveTo>
                <a:cubicBezTo>
                  <a:pt x="118814" y="377031"/>
                  <a:pt x="19844" y="476002"/>
                  <a:pt x="19844" y="598165"/>
                </a:cubicBezTo>
                <a:cubicBezTo>
                  <a:pt x="19844" y="618505"/>
                  <a:pt x="36339" y="635000"/>
                  <a:pt x="56679" y="635000"/>
                </a:cubicBezTo>
                <a:lnTo>
                  <a:pt x="498946" y="635000"/>
                </a:lnTo>
                <a:cubicBezTo>
                  <a:pt x="519286" y="635000"/>
                  <a:pt x="535781" y="618505"/>
                  <a:pt x="535781" y="598165"/>
                </a:cubicBezTo>
                <a:cubicBezTo>
                  <a:pt x="535781" y="476002"/>
                  <a:pt x="436811" y="377031"/>
                  <a:pt x="314647" y="377031"/>
                </a:cubicBezTo>
                <a:lnTo>
                  <a:pt x="240978" y="37703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9652000" y="1778000"/>
            <a:ext cx="558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 Member 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52000" y="22860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Role / Position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82000" y="3111500"/>
            <a:ext cx="7239000" cy="1397000"/>
          </a:xfrm>
          <a:prstGeom prst="rect">
            <a:avLst/>
          </a:prstGeom>
          <a:solidFill>
            <a:srgbClr val="243554"/>
          </a:solidFill>
          <a:ln/>
        </p:spPr>
      </p:sp>
      <p:sp>
        <p:nvSpPr>
          <p:cNvPr id="21" name="Shape 19"/>
          <p:cNvSpPr/>
          <p:nvPr/>
        </p:nvSpPr>
        <p:spPr>
          <a:xfrm>
            <a:off x="8382000" y="3111500"/>
            <a:ext cx="63500" cy="13970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2" name="Shape 20"/>
          <p:cNvSpPr/>
          <p:nvPr/>
        </p:nvSpPr>
        <p:spPr>
          <a:xfrm>
            <a:off x="8802688" y="3492500"/>
            <a:ext cx="555625" cy="635000"/>
          </a:xfrm>
          <a:custGeom>
            <a:avLst/>
            <a:gdLst/>
            <a:ahLst/>
            <a:cxnLst/>
            <a:rect l="l" t="t" r="r" b="b"/>
            <a:pathLst>
              <a:path w="555625" h="635000">
                <a:moveTo>
                  <a:pt x="277813" y="307578"/>
                </a:moveTo>
                <a:cubicBezTo>
                  <a:pt x="359953" y="307578"/>
                  <a:pt x="426641" y="240890"/>
                  <a:pt x="426641" y="158750"/>
                </a:cubicBezTo>
                <a:cubicBezTo>
                  <a:pt x="426641" y="76610"/>
                  <a:pt x="359953" y="9922"/>
                  <a:pt x="277813" y="9922"/>
                </a:cubicBezTo>
                <a:cubicBezTo>
                  <a:pt x="195672" y="9922"/>
                  <a:pt x="128984" y="76610"/>
                  <a:pt x="128984" y="158750"/>
                </a:cubicBezTo>
                <a:cubicBezTo>
                  <a:pt x="128984" y="240890"/>
                  <a:pt x="195672" y="307578"/>
                  <a:pt x="277813" y="307578"/>
                </a:cubicBezTo>
                <a:close/>
                <a:moveTo>
                  <a:pt x="240978" y="377031"/>
                </a:moveTo>
                <a:cubicBezTo>
                  <a:pt x="118814" y="377031"/>
                  <a:pt x="19844" y="476002"/>
                  <a:pt x="19844" y="598165"/>
                </a:cubicBezTo>
                <a:cubicBezTo>
                  <a:pt x="19844" y="618505"/>
                  <a:pt x="36339" y="635000"/>
                  <a:pt x="56679" y="635000"/>
                </a:cubicBezTo>
                <a:lnTo>
                  <a:pt x="498946" y="635000"/>
                </a:lnTo>
                <a:cubicBezTo>
                  <a:pt x="519286" y="635000"/>
                  <a:pt x="535781" y="618505"/>
                  <a:pt x="535781" y="598165"/>
                </a:cubicBezTo>
                <a:cubicBezTo>
                  <a:pt x="535781" y="476002"/>
                  <a:pt x="436811" y="377031"/>
                  <a:pt x="314647" y="377031"/>
                </a:cubicBezTo>
                <a:lnTo>
                  <a:pt x="240978" y="37703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9652000" y="3365500"/>
            <a:ext cx="558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 Member 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52000" y="38735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Role / Position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5000" y="5080000"/>
            <a:ext cx="14986000" cy="127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35000" y="8382000"/>
            <a:ext cx="149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3764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NoteRootAI • 2026 • Smart Knowledge Management System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Shape 1"/>
          <p:cNvSpPr/>
          <p:nvPr/>
        </p:nvSpPr>
        <p:spPr>
          <a:xfrm>
            <a:off x="7175500" y="228600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446484" y="208359"/>
                </a:moveTo>
                <a:cubicBezTo>
                  <a:pt x="446484" y="93390"/>
                  <a:pt x="539874" y="0"/>
                  <a:pt x="654844" y="0"/>
                </a:cubicBezTo>
                <a:lnTo>
                  <a:pt x="744141" y="0"/>
                </a:lnTo>
                <a:cubicBezTo>
                  <a:pt x="809997" y="0"/>
                  <a:pt x="863203" y="53206"/>
                  <a:pt x="863203" y="119062"/>
                </a:cubicBezTo>
                <a:lnTo>
                  <a:pt x="863203" y="1785938"/>
                </a:lnTo>
                <a:cubicBezTo>
                  <a:pt x="863203" y="1851794"/>
                  <a:pt x="809997" y="1905000"/>
                  <a:pt x="744141" y="1905000"/>
                </a:cubicBezTo>
                <a:lnTo>
                  <a:pt x="625078" y="1905000"/>
                </a:lnTo>
                <a:cubicBezTo>
                  <a:pt x="514201" y="1905000"/>
                  <a:pt x="420812" y="1829098"/>
                  <a:pt x="394395" y="1726406"/>
                </a:cubicBezTo>
                <a:cubicBezTo>
                  <a:pt x="391790" y="1726406"/>
                  <a:pt x="389558" y="1726406"/>
                  <a:pt x="386953" y="1726406"/>
                </a:cubicBezTo>
                <a:cubicBezTo>
                  <a:pt x="222498" y="1726406"/>
                  <a:pt x="89297" y="1593205"/>
                  <a:pt x="89297" y="1428750"/>
                </a:cubicBezTo>
                <a:cubicBezTo>
                  <a:pt x="89297" y="1361777"/>
                  <a:pt x="111621" y="1300014"/>
                  <a:pt x="148828" y="1250156"/>
                </a:cubicBezTo>
                <a:cubicBezTo>
                  <a:pt x="76646" y="1195834"/>
                  <a:pt x="29766" y="1109514"/>
                  <a:pt x="29766" y="1012031"/>
                </a:cubicBezTo>
                <a:cubicBezTo>
                  <a:pt x="29766" y="897062"/>
                  <a:pt x="95250" y="796975"/>
                  <a:pt x="190500" y="747489"/>
                </a:cubicBezTo>
                <a:cubicBezTo>
                  <a:pt x="164083" y="702841"/>
                  <a:pt x="148828" y="650751"/>
                  <a:pt x="148828" y="595313"/>
                </a:cubicBezTo>
                <a:cubicBezTo>
                  <a:pt x="148828" y="430857"/>
                  <a:pt x="282029" y="297656"/>
                  <a:pt x="446484" y="297656"/>
                </a:cubicBezTo>
                <a:lnTo>
                  <a:pt x="446484" y="208359"/>
                </a:lnTo>
                <a:close/>
                <a:moveTo>
                  <a:pt x="1458516" y="208359"/>
                </a:moveTo>
                <a:lnTo>
                  <a:pt x="1458516" y="297656"/>
                </a:lnTo>
                <a:cubicBezTo>
                  <a:pt x="1622971" y="297656"/>
                  <a:pt x="1756172" y="430857"/>
                  <a:pt x="1756172" y="595313"/>
                </a:cubicBezTo>
                <a:cubicBezTo>
                  <a:pt x="1756172" y="651123"/>
                  <a:pt x="1740917" y="703213"/>
                  <a:pt x="1714500" y="747489"/>
                </a:cubicBezTo>
                <a:cubicBezTo>
                  <a:pt x="1810122" y="796975"/>
                  <a:pt x="1875234" y="896689"/>
                  <a:pt x="1875234" y="1012031"/>
                </a:cubicBezTo>
                <a:cubicBezTo>
                  <a:pt x="1875234" y="1109514"/>
                  <a:pt x="1828354" y="1195834"/>
                  <a:pt x="1756172" y="1250156"/>
                </a:cubicBezTo>
                <a:cubicBezTo>
                  <a:pt x="1793379" y="1300014"/>
                  <a:pt x="1815703" y="1361777"/>
                  <a:pt x="1815703" y="1428750"/>
                </a:cubicBezTo>
                <a:cubicBezTo>
                  <a:pt x="1815703" y="1593205"/>
                  <a:pt x="1682502" y="1726406"/>
                  <a:pt x="1518047" y="1726406"/>
                </a:cubicBezTo>
                <a:cubicBezTo>
                  <a:pt x="1515442" y="1726406"/>
                  <a:pt x="1513210" y="1726406"/>
                  <a:pt x="1510605" y="1726406"/>
                </a:cubicBezTo>
                <a:cubicBezTo>
                  <a:pt x="1484188" y="1829098"/>
                  <a:pt x="1390799" y="1905000"/>
                  <a:pt x="1279922" y="1905000"/>
                </a:cubicBezTo>
                <a:lnTo>
                  <a:pt x="1160859" y="1905000"/>
                </a:lnTo>
                <a:cubicBezTo>
                  <a:pt x="1095003" y="1905000"/>
                  <a:pt x="1041797" y="1851794"/>
                  <a:pt x="1041797" y="1785938"/>
                </a:cubicBezTo>
                <a:lnTo>
                  <a:pt x="1041797" y="119062"/>
                </a:lnTo>
                <a:cubicBezTo>
                  <a:pt x="1041797" y="53206"/>
                  <a:pt x="1095003" y="0"/>
                  <a:pt x="1160859" y="0"/>
                </a:cubicBezTo>
                <a:lnTo>
                  <a:pt x="1250156" y="0"/>
                </a:lnTo>
                <a:cubicBezTo>
                  <a:pt x="1365126" y="0"/>
                  <a:pt x="1458516" y="93390"/>
                  <a:pt x="1458516" y="208359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2540000" y="4572000"/>
            <a:ext cx="1117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0" y="5715000"/>
            <a:ext cx="2540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6" name="Text 4"/>
          <p:cNvSpPr/>
          <p:nvPr/>
        </p:nvSpPr>
        <p:spPr>
          <a:xfrm>
            <a:off x="2540000" y="5969000"/>
            <a:ext cx="1117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NoteRootAI — Smart Knowledge Management System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40000" y="6604000"/>
            <a:ext cx="1117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i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"Organize. Connect. Interact."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540000" y="7874000"/>
            <a:ext cx="1117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3764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NoteRootAI - Smart Knowledge Management System</dc:title>
  <dc:subject>NoteRootAI - Smart Knowledge Management System</dc:subject>
  <dc:creator>Kimi</dc:creator>
  <cp:lastModifiedBy>Kimi</cp:lastModifiedBy>
  <cp:revision>1</cp:revision>
  <dcterms:created xsi:type="dcterms:W3CDTF">2026-05-22T18:20:41Z</dcterms:created>
  <dcterms:modified xsi:type="dcterms:W3CDTF">2026-05-22T18:20:41Z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{"Label":"NoteRootAI - Smart Knowledge Management System","ContentProducer":"001191110108MACG2KBH8F10000","ProduceID":"19e50e97-c562-86a3-8000-00001707ac1f","ReservedCode1":"","ContentPropagator":"001191110108MACG2KBH8F20000","PropagateID":"19e50e97-c562-86a3-8000-00001707ac1f","ReservedCode2":""}</vt:lpwstr>
  </property>
</Properties>
</file>